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8" d="100"/>
          <a:sy n="58" d="100"/>
        </p:scale>
        <p:origin x="66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DELL</cp:lastModifiedBy>
  <cp:revision>1</cp:revision>
  <dcterms:created xsi:type="dcterms:W3CDTF">2025-12-21T15:24:11Z</dcterms:created>
  <dcterms:modified xsi:type="dcterms:W3CDTF">2025-12-21T15:39:50Z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2025-12-21T00:00:00Z</vt:filetime>
  </property>
  <property fmtid="{D5CDD505-2E9C-101B-9397-08002B2CF9AE}" pid="3" name="LastSaved">
    <vt:filetime>2025-12-21T00:00:00Z</vt:filetime>
  </property>
  <property fmtid="{D5CDD505-2E9C-101B-9397-08002B2CF9AE}" pid="4" name="Producer">
    <vt:lpwstr>3-Heights(TM) PDF Security Shell 4.8.25.2 (http://www.pdf-tools.com)</vt:lpwstr>
  </property>
</Properties>
</file>