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pn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400" y="5410200"/>
            <a:ext cx="1435100" cy="11303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00" y="3403600"/>
            <a:ext cx="1612900" cy="13208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800" y="7493000"/>
            <a:ext cx="2070100" cy="15113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3400" y="3327400"/>
            <a:ext cx="444500" cy="533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1300" y="3556000"/>
            <a:ext cx="1079500" cy="10287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29000" y="787400"/>
            <a:ext cx="1270000" cy="7239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64100" y="622300"/>
            <a:ext cx="1282700" cy="1778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55000" y="812800"/>
            <a:ext cx="1003300" cy="69850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8737600" y="2082800"/>
            <a:ext cx="0" cy="6985000"/>
          </a:xfrm>
          <a:custGeom>
            <a:avLst/>
            <a:gdLst/>
            <a:ahLst/>
            <a:cxnLst/>
            <a:rect l="l" t="t" r="r" b="b"/>
            <a:pathLst>
              <a:path w="0" h="6985000">
                <a:moveTo>
                  <a:pt x="0" y="6985000"/>
                </a:moveTo>
                <a:lnTo>
                  <a:pt x="0" y="0"/>
                </a:lnTo>
              </a:path>
            </a:pathLst>
          </a:custGeom>
          <a:ln w="50800">
            <a:solidFill>
              <a:srgbClr val="2B2B2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75900" y="5651500"/>
            <a:ext cx="38100" cy="889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50500" y="5791200"/>
            <a:ext cx="495300" cy="444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28200" y="5422900"/>
            <a:ext cx="1790700" cy="13462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26600" y="5346700"/>
            <a:ext cx="190500" cy="19050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75900" y="5651500"/>
            <a:ext cx="38100" cy="8890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50500" y="5791200"/>
            <a:ext cx="495300" cy="44450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049000" y="5346700"/>
            <a:ext cx="444500" cy="39370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65300" y="6134100"/>
            <a:ext cx="635000" cy="44450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82700" y="7366000"/>
            <a:ext cx="5765800" cy="45720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16000" y="8147050"/>
            <a:ext cx="431800" cy="79375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98600" y="8382000"/>
            <a:ext cx="1219200" cy="685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413860" y="1969911"/>
            <a:ext cx="6402705" cy="663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A384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8600"/>
            <a:ext cx="17475200" cy="9512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067" y="549274"/>
            <a:ext cx="15424785" cy="882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6786" y="3789891"/>
            <a:ext cx="14421627" cy="2933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Relationship Id="rId10" Type="http://schemas.openxmlformats.org/officeDocument/2006/relationships/image" Target="../media/image43.jpg"/><Relationship Id="rId11" Type="http://schemas.openxmlformats.org/officeDocument/2006/relationships/image" Target="../media/image44.jpg"/><Relationship Id="rId12" Type="http://schemas.openxmlformats.org/officeDocument/2006/relationships/image" Target="../media/image45.jpg"/><Relationship Id="rId13" Type="http://schemas.openxmlformats.org/officeDocument/2006/relationships/image" Target="../media/image46.png"/><Relationship Id="rId14" Type="http://schemas.openxmlformats.org/officeDocument/2006/relationships/image" Target="../media/image47.jpg"/><Relationship Id="rId15" Type="http://schemas.openxmlformats.org/officeDocument/2006/relationships/image" Target="../media/image48.jpg"/><Relationship Id="rId16" Type="http://schemas.openxmlformats.org/officeDocument/2006/relationships/image" Target="../media/image49.jpg"/><Relationship Id="rId17" Type="http://schemas.openxmlformats.org/officeDocument/2006/relationships/image" Target="../media/image5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png"/><Relationship Id="rId5" Type="http://schemas.openxmlformats.org/officeDocument/2006/relationships/image" Target="../media/image57.jpg"/><Relationship Id="rId6" Type="http://schemas.openxmlformats.org/officeDocument/2006/relationships/image" Target="../media/image5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jp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80794" y="5850466"/>
            <a:ext cx="7978140" cy="128270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2700" marR="5080" indent="1361440">
              <a:lnSpc>
                <a:spcPts val="4400"/>
              </a:lnSpc>
              <a:spcBef>
                <a:spcPts val="1160"/>
              </a:spcBef>
            </a:pPr>
            <a:r>
              <a:rPr dirty="0" sz="4550" spc="-90">
                <a:solidFill>
                  <a:srgbClr val="232323"/>
                </a:solidFill>
                <a:latin typeface="Cambria"/>
                <a:cs typeface="Cambria"/>
              </a:rPr>
              <a:t>Thu</a:t>
            </a:r>
            <a:r>
              <a:rPr dirty="0" sz="4550" spc="-16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4550" spc="-35">
                <a:solidFill>
                  <a:srgbClr val="212121"/>
                </a:solidFill>
                <a:latin typeface="Cambria"/>
                <a:cs typeface="Cambria"/>
              </a:rPr>
              <a:t>Hgp</a:t>
            </a:r>
            <a:r>
              <a:rPr dirty="0" sz="4550" spc="-28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4550">
                <a:solidFill>
                  <a:srgbClr val="1F1F1F"/>
                </a:solidFill>
                <a:latin typeface="Cambria"/>
                <a:cs typeface="Cambria"/>
              </a:rPr>
              <a:t>Khoàng</a:t>
            </a:r>
            <a:r>
              <a:rPr dirty="0" sz="4550" spc="-4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4550">
                <a:solidFill>
                  <a:srgbClr val="1F1F1F"/>
                </a:solidFill>
                <a:latin typeface="Cambria"/>
                <a:cs typeface="Cambria"/>
              </a:rPr>
              <a:t>Cách</a:t>
            </a:r>
            <a:r>
              <a:rPr dirty="0" sz="4550" spc="-13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4550" spc="-20">
                <a:solidFill>
                  <a:srgbClr val="212121"/>
                </a:solidFill>
                <a:latin typeface="Cambria"/>
                <a:cs typeface="Cambria"/>
              </a:rPr>
              <a:t>Giáo </a:t>
            </a:r>
            <a:r>
              <a:rPr dirty="0" sz="4550" spc="65">
                <a:solidFill>
                  <a:srgbClr val="1F1F1F"/>
                </a:solidFill>
                <a:latin typeface="Cambria"/>
                <a:cs typeface="Cambria"/>
              </a:rPr>
              <a:t>Dyc</a:t>
            </a:r>
            <a:r>
              <a:rPr dirty="0" sz="4550" spc="-25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4550" spc="-10">
                <a:solidFill>
                  <a:srgbClr val="1F1F1F"/>
                </a:solidFill>
                <a:latin typeface="Cambria"/>
                <a:cs typeface="Cambria"/>
              </a:rPr>
              <a:t>Bãng</a:t>
            </a:r>
            <a:r>
              <a:rPr dirty="0" sz="4550" spc="-19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4550" spc="-130">
                <a:solidFill>
                  <a:srgbClr val="1F1F1F"/>
                </a:solidFill>
                <a:latin typeface="Cambria"/>
                <a:cs typeface="Cambria"/>
              </a:rPr>
              <a:t>Trp</a:t>
            </a:r>
            <a:r>
              <a:rPr dirty="0" sz="4550" spc="-33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4550" spc="105">
                <a:solidFill>
                  <a:srgbClr val="232323"/>
                </a:solidFill>
                <a:latin typeface="Cambria"/>
                <a:cs typeface="Cambria"/>
              </a:rPr>
              <a:t>LyAI</a:t>
            </a:r>
            <a:r>
              <a:rPr dirty="0" sz="4550" spc="-25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4550" spc="-25">
                <a:solidFill>
                  <a:srgbClr val="1F1F1F"/>
                </a:solidFill>
                <a:latin typeface="Cambria"/>
                <a:cs typeface="Cambria"/>
              </a:rPr>
              <a:t>Thông</a:t>
            </a:r>
            <a:r>
              <a:rPr dirty="0" sz="4550" spc="-10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4550" spc="-20">
                <a:solidFill>
                  <a:srgbClr val="1F1F1F"/>
                </a:solidFill>
                <a:latin typeface="Cambria"/>
                <a:cs typeface="Cambria"/>
              </a:rPr>
              <a:t>Minh</a:t>
            </a:r>
            <a:endParaRPr sz="455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87340" y="7287683"/>
            <a:ext cx="8486775" cy="85090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407670" marR="17780" indent="-382905">
              <a:lnSpc>
                <a:spcPts val="3000"/>
              </a:lnSpc>
              <a:spcBef>
                <a:spcPts val="615"/>
              </a:spcBef>
            </a:pPr>
            <a:r>
              <a:rPr dirty="0" sz="2900" spc="-180">
                <a:solidFill>
                  <a:srgbClr val="0E0E0E"/>
                </a:solidFill>
                <a:latin typeface="Cambria"/>
                <a:cs typeface="Cambria"/>
              </a:rPr>
              <a:t>Nghiên</a:t>
            </a:r>
            <a:r>
              <a:rPr dirty="0" sz="2900" spc="2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900" spc="-60">
                <a:latin typeface="Cambria"/>
                <a:cs typeface="Cambria"/>
              </a:rPr>
              <a:t>cúu</a:t>
            </a:r>
            <a:r>
              <a:rPr dirty="0" sz="2900" spc="-80">
                <a:latin typeface="Cambria"/>
                <a:cs typeface="Cambria"/>
              </a:rPr>
              <a:t> </a:t>
            </a:r>
            <a:r>
              <a:rPr dirty="0" sz="2900" spc="-185">
                <a:latin typeface="Cambria"/>
                <a:cs typeface="Cambria"/>
              </a:rPr>
              <a:t>và</a:t>
            </a:r>
            <a:r>
              <a:rPr dirty="0" sz="2900" spc="25">
                <a:latin typeface="Cambria"/>
                <a:cs typeface="Cambria"/>
              </a:rPr>
              <a:t> </a:t>
            </a:r>
            <a:r>
              <a:rPr dirty="0" sz="2900" spc="-210">
                <a:latin typeface="Cambria"/>
                <a:cs typeface="Cambria"/>
              </a:rPr>
              <a:t>xây</a:t>
            </a:r>
            <a:r>
              <a:rPr dirty="0" sz="2900" spc="55">
                <a:latin typeface="Cambria"/>
                <a:cs typeface="Cambria"/>
              </a:rPr>
              <a:t> </a:t>
            </a:r>
            <a:r>
              <a:rPr dirty="0" sz="2900">
                <a:solidFill>
                  <a:srgbClr val="0C0C0C"/>
                </a:solidFill>
                <a:latin typeface="Cambria"/>
                <a:cs typeface="Cambria"/>
              </a:rPr>
              <a:t>ding</a:t>
            </a:r>
            <a:r>
              <a:rPr dirty="0" sz="2900" spc="-6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900" spc="-110">
                <a:solidFill>
                  <a:srgbClr val="0F0F0F"/>
                </a:solidFill>
                <a:latin typeface="Cambria"/>
                <a:cs typeface="Cambria"/>
              </a:rPr>
              <a:t>úng</a:t>
            </a:r>
            <a:r>
              <a:rPr dirty="0" sz="2900" spc="3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900" spc="-165">
                <a:latin typeface="Cambria"/>
                <a:cs typeface="Cambria"/>
              </a:rPr>
              <a:t>dung</a:t>
            </a:r>
            <a:r>
              <a:rPr dirty="0" sz="2900" spc="175">
                <a:latin typeface="Cambria"/>
                <a:cs typeface="Cambria"/>
              </a:rPr>
              <a:t> </a:t>
            </a:r>
            <a:r>
              <a:rPr dirty="0" sz="2900" spc="-270">
                <a:solidFill>
                  <a:srgbClr val="0F0F0F"/>
                </a:solidFill>
                <a:latin typeface="Cambria"/>
                <a:cs typeface="Cambria"/>
              </a:rPr>
              <a:t>web</a:t>
            </a:r>
            <a:r>
              <a:rPr dirty="0" sz="2900" spc="6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900" spc="-110">
                <a:latin typeface="Cambria"/>
                <a:cs typeface="Cambria"/>
              </a:rPr>
              <a:t>tích</a:t>
            </a:r>
            <a:r>
              <a:rPr dirty="0" sz="2900" spc="65">
                <a:latin typeface="Cambria"/>
                <a:cs typeface="Cambria"/>
              </a:rPr>
              <a:t> </a:t>
            </a:r>
            <a:r>
              <a:rPr dirty="0" sz="2900" spc="-250">
                <a:solidFill>
                  <a:srgbClr val="0F0F0F"/>
                </a:solidFill>
                <a:latin typeface="Cambria"/>
                <a:cs typeface="Cambria"/>
              </a:rPr>
              <a:t>hqp</a:t>
            </a:r>
            <a:r>
              <a:rPr dirty="0" sz="2900" spc="-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900" spc="-155">
                <a:latin typeface="Cambria"/>
                <a:cs typeface="Cambria"/>
              </a:rPr>
              <a:t>tro</a:t>
            </a:r>
            <a:r>
              <a:rPr dirty="0" sz="2900" spc="-150">
                <a:latin typeface="Cambria"/>
                <a:cs typeface="Cambria"/>
              </a:rPr>
              <a:t> </a:t>
            </a:r>
            <a:r>
              <a:rPr dirty="0" sz="2900" spc="-375">
                <a:solidFill>
                  <a:srgbClr val="0E0E0E"/>
                </a:solidFill>
                <a:latin typeface="Cambria"/>
                <a:cs typeface="Cambria"/>
              </a:rPr>
              <a:t>Iy</a:t>
            </a:r>
            <a:r>
              <a:rPr dirty="0" sz="2900" spc="15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900" spc="-20">
                <a:latin typeface="Cambria"/>
                <a:cs typeface="Cambria"/>
              </a:rPr>
              <a:t>âo,</a:t>
            </a:r>
            <a:r>
              <a:rPr dirty="0" sz="2900" spc="-10">
                <a:latin typeface="Cambria"/>
                <a:cs typeface="Cambria"/>
              </a:rPr>
              <a:t> </a:t>
            </a:r>
            <a:r>
              <a:rPr dirty="0" sz="2900" spc="-285">
                <a:solidFill>
                  <a:srgbClr val="131313"/>
                </a:solidFill>
                <a:latin typeface="Cambria"/>
                <a:cs typeface="Cambria"/>
              </a:rPr>
              <a:t>ho </a:t>
            </a:r>
            <a:r>
              <a:rPr dirty="0" sz="2900" spc="-459">
                <a:solidFill>
                  <a:srgbClr val="0F0F0F"/>
                </a:solidFill>
                <a:latin typeface="Cambria"/>
                <a:cs typeface="Cambria"/>
              </a:rPr>
              <a:t>trç/</a:t>
            </a:r>
            <a:r>
              <a:rPr dirty="0" sz="2900" spc="-3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900" spc="-145">
                <a:solidFill>
                  <a:srgbClr val="0C0C0C"/>
                </a:solidFill>
                <a:latin typeface="Cambria"/>
                <a:cs typeface="Cambria"/>
              </a:rPr>
              <a:t>quán</a:t>
            </a:r>
            <a:r>
              <a:rPr dirty="0" sz="2900" spc="-1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baseline="5747" sz="4350">
                <a:latin typeface="Cambria"/>
                <a:cs typeface="Cambria"/>
              </a:rPr>
              <a:t>l</a:t>
            </a:r>
            <a:r>
              <a:rPr dirty="0" baseline="-5747" sz="4350">
                <a:latin typeface="Cambria"/>
                <a:cs typeface="Cambria"/>
              </a:rPr>
              <a:t>i</a:t>
            </a:r>
            <a:r>
              <a:rPr dirty="0" baseline="-5747" sz="4350" spc="67">
                <a:latin typeface="Cambria"/>
                <a:cs typeface="Cambria"/>
              </a:rPr>
              <a:t> </a:t>
            </a:r>
            <a:r>
              <a:rPr dirty="0" sz="2900" spc="-204">
                <a:solidFill>
                  <a:srgbClr val="161616"/>
                </a:solidFill>
                <a:latin typeface="Cambria"/>
                <a:cs typeface="Cambria"/>
              </a:rPr>
              <a:t>và</a:t>
            </a:r>
            <a:r>
              <a:rPr dirty="0" sz="2900" spc="4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2900">
                <a:solidFill>
                  <a:srgbClr val="111111"/>
                </a:solidFill>
                <a:latin typeface="Cambria"/>
                <a:cs typeface="Cambria"/>
              </a:rPr>
              <a:t>cá</a:t>
            </a:r>
            <a:r>
              <a:rPr dirty="0" sz="2900" spc="-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900" spc="-185">
                <a:latin typeface="Cambria"/>
                <a:cs typeface="Cambria"/>
              </a:rPr>
              <a:t>nhân</a:t>
            </a:r>
            <a:r>
              <a:rPr dirty="0" sz="2900" spc="85">
                <a:latin typeface="Cambria"/>
                <a:cs typeface="Cambria"/>
              </a:rPr>
              <a:t> </a:t>
            </a:r>
            <a:r>
              <a:rPr dirty="0" sz="2900" spc="-140">
                <a:solidFill>
                  <a:srgbClr val="0F0F0F"/>
                </a:solidFill>
                <a:latin typeface="Cambria"/>
                <a:cs typeface="Cambria"/>
              </a:rPr>
              <a:t>hóa</a:t>
            </a:r>
            <a:r>
              <a:rPr dirty="0" sz="2900" spc="3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900" spc="-100">
                <a:latin typeface="Cambria"/>
                <a:cs typeface="Cambria"/>
              </a:rPr>
              <a:t>hgc</a:t>
            </a:r>
            <a:r>
              <a:rPr dirty="0" sz="2900" spc="-55">
                <a:latin typeface="Cambria"/>
                <a:cs typeface="Cambria"/>
              </a:rPr>
              <a:t> </a:t>
            </a:r>
            <a:r>
              <a:rPr dirty="0" sz="2900" spc="-114">
                <a:latin typeface="Cambria"/>
                <a:cs typeface="Cambria"/>
              </a:rPr>
              <a:t>tap</a:t>
            </a:r>
            <a:r>
              <a:rPr dirty="0" sz="2900" spc="-45">
                <a:latin typeface="Cambria"/>
                <a:cs typeface="Cambria"/>
              </a:rPr>
              <a:t> </a:t>
            </a:r>
            <a:r>
              <a:rPr dirty="0" sz="2900" spc="-40">
                <a:latin typeface="Cambria"/>
                <a:cs typeface="Cambria"/>
              </a:rPr>
              <a:t>cho</a:t>
            </a:r>
            <a:r>
              <a:rPr dirty="0" sz="2900">
                <a:latin typeface="Cambria"/>
                <a:cs typeface="Cambria"/>
              </a:rPr>
              <a:t> </a:t>
            </a:r>
            <a:r>
              <a:rPr dirty="0" sz="2900" spc="-90">
                <a:solidFill>
                  <a:srgbClr val="0E0E0E"/>
                </a:solidFill>
                <a:latin typeface="Cambria"/>
                <a:cs typeface="Cambria"/>
              </a:rPr>
              <a:t>hgc</a:t>
            </a:r>
            <a:r>
              <a:rPr dirty="0" sz="2900" spc="-7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900" spc="-190">
                <a:solidFill>
                  <a:srgbClr val="0C0C0C"/>
                </a:solidFill>
                <a:latin typeface="Cambria"/>
                <a:cs typeface="Cambria"/>
              </a:rPr>
              <a:t>sinh</a:t>
            </a:r>
            <a:r>
              <a:rPr dirty="0" sz="2900" spc="3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900" spc="-10">
                <a:latin typeface="Cambria"/>
                <a:cs typeface="Cambria"/>
              </a:rPr>
              <a:t>THPT.</a:t>
            </a:r>
            <a:endParaRPr sz="2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0" y="2768600"/>
            <a:ext cx="8572500" cy="6197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2100" y="5054600"/>
            <a:ext cx="1130300" cy="609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06700" y="5054600"/>
            <a:ext cx="1066800" cy="609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86100" y="1384300"/>
            <a:ext cx="939800" cy="533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2902" y="517172"/>
            <a:ext cx="10694035" cy="15379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6025"/>
              </a:lnSpc>
              <a:spcBef>
                <a:spcPts val="125"/>
              </a:spcBef>
            </a:pPr>
            <a:r>
              <a:rPr dirty="0" sz="5250" spc="-135">
                <a:solidFill>
                  <a:srgbClr val="1A1A1A"/>
                </a:solidFill>
                <a:latin typeface="Arial MT"/>
                <a:cs typeface="Arial MT"/>
              </a:rPr>
              <a:t>B6i</a:t>
            </a:r>
            <a:r>
              <a:rPr dirty="0" sz="5250" spc="-3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250" spc="-200">
                <a:solidFill>
                  <a:srgbClr val="1C1C1C"/>
                </a:solidFill>
                <a:latin typeface="Arial MT"/>
                <a:cs typeface="Arial MT"/>
              </a:rPr>
              <a:t>Cánh</a:t>
            </a:r>
            <a:r>
              <a:rPr dirty="0" sz="5250" spc="-29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5250" spc="-235">
                <a:solidFill>
                  <a:srgbClr val="1D1D1D"/>
                </a:solidFill>
                <a:latin typeface="Arial MT"/>
                <a:cs typeface="Arial MT"/>
              </a:rPr>
              <a:t>Câp</a:t>
            </a:r>
            <a:r>
              <a:rPr dirty="0" sz="5250" spc="-36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5250" spc="-10">
                <a:solidFill>
                  <a:srgbClr val="1A1A1A"/>
                </a:solidFill>
                <a:latin typeface="Arial MT"/>
                <a:cs typeface="Arial MT"/>
              </a:rPr>
              <a:t>Bách:</a:t>
            </a:r>
            <a:endParaRPr sz="5250">
              <a:latin typeface="Arial MT"/>
              <a:cs typeface="Arial MT"/>
            </a:endParaRPr>
          </a:p>
          <a:p>
            <a:pPr marL="16510">
              <a:lnSpc>
                <a:spcPts val="5845"/>
              </a:lnSpc>
              <a:tabLst>
                <a:tab pos="3474085" algn="l"/>
              </a:tabLst>
            </a:pPr>
            <a:r>
              <a:rPr dirty="0" spc="-10">
                <a:solidFill>
                  <a:srgbClr val="1D1D1D"/>
                </a:solidFill>
                <a:latin typeface="Arial MT"/>
                <a:cs typeface="Arial MT"/>
              </a:rPr>
              <a:t>Chuydn</a:t>
            </a:r>
            <a:r>
              <a:rPr dirty="0">
                <a:solidFill>
                  <a:srgbClr val="1D1D1D"/>
                </a:solidFill>
                <a:latin typeface="Arial MT"/>
                <a:cs typeface="Arial MT"/>
              </a:rPr>
              <a:t>	</a:t>
            </a:r>
            <a:r>
              <a:rPr dirty="0" spc="-1035">
                <a:solidFill>
                  <a:srgbClr val="1A1A1A"/>
                </a:solidFill>
                <a:latin typeface="Arial MT"/>
                <a:cs typeface="Arial MT"/>
              </a:rPr>
              <a:t>Sú?</a:t>
            </a:r>
            <a:r>
              <a:rPr dirty="0" spc="-484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pc="-175">
                <a:solidFill>
                  <a:srgbClr val="1C1C1C"/>
                </a:solidFill>
                <a:latin typeface="Arial MT"/>
                <a:cs typeface="Arial MT"/>
              </a:rPr>
              <a:t>Giáo</a:t>
            </a:r>
            <a:r>
              <a:rPr dirty="0" spc="-23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pc="-450">
                <a:solidFill>
                  <a:srgbClr val="1C1C1C"/>
                </a:solidFill>
                <a:latin typeface="Arial MT"/>
                <a:cs typeface="Arial MT"/>
              </a:rPr>
              <a:t>Di¿c</a:t>
            </a:r>
            <a:r>
              <a:rPr dirty="0" spc="1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pc="-175">
                <a:solidFill>
                  <a:srgbClr val="1C1C1C"/>
                </a:solidFill>
                <a:latin typeface="Arial MT"/>
                <a:cs typeface="Arial MT"/>
              </a:rPr>
              <a:t>Tgi</a:t>
            </a:r>
            <a:r>
              <a:rPr dirty="0" spc="-25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C1C1C"/>
                </a:solidFill>
                <a:latin typeface="Arial MT"/>
                <a:cs typeface="Arial MT"/>
              </a:rPr>
              <a:t>Vi§t</a:t>
            </a:r>
            <a:r>
              <a:rPr dirty="0" spc="-114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pc="-25">
                <a:solidFill>
                  <a:srgbClr val="212121"/>
                </a:solidFill>
                <a:latin typeface="Arial MT"/>
                <a:cs typeface="Arial MT"/>
              </a:rPr>
              <a:t>Nam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16475" y="3514372"/>
            <a:ext cx="3351529" cy="2994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1115">
              <a:lnSpc>
                <a:spcPts val="3275"/>
              </a:lnSpc>
              <a:spcBef>
                <a:spcPts val="125"/>
              </a:spcBef>
            </a:pPr>
            <a:r>
              <a:rPr dirty="0" sz="2750" spc="-145">
                <a:latin typeface="Arial MT"/>
                <a:cs typeface="Arial MT"/>
              </a:rPr>
              <a:t>Xu</a:t>
            </a:r>
            <a:r>
              <a:rPr dirty="0" sz="2750" spc="-300">
                <a:latin typeface="Arial MT"/>
                <a:cs typeface="Arial MT"/>
              </a:rPr>
              <a:t> </a:t>
            </a:r>
            <a:r>
              <a:rPr dirty="0" sz="2750" spc="-125">
                <a:latin typeface="Arial MT"/>
                <a:cs typeface="Arial MT"/>
              </a:rPr>
              <a:t>H‹zóng</a:t>
            </a:r>
            <a:r>
              <a:rPr dirty="0" sz="2750" spc="30">
                <a:latin typeface="Arial MT"/>
                <a:cs typeface="Arial MT"/>
              </a:rPr>
              <a:t> </a:t>
            </a:r>
            <a:r>
              <a:rPr dirty="0" sz="2750" spc="-150">
                <a:latin typeface="Arial MT"/>
                <a:cs typeface="Arial MT"/>
              </a:rPr>
              <a:t>Toàn</a:t>
            </a:r>
            <a:r>
              <a:rPr dirty="0" sz="2750" spc="-135">
                <a:latin typeface="Arial MT"/>
                <a:cs typeface="Arial MT"/>
              </a:rPr>
              <a:t> </a:t>
            </a:r>
            <a:r>
              <a:rPr dirty="0" sz="2750" spc="-80">
                <a:latin typeface="Arial MT"/>
                <a:cs typeface="Arial MT"/>
              </a:rPr>
              <a:t>Cau</a:t>
            </a:r>
            <a:r>
              <a:rPr dirty="0" sz="2750" spc="-190">
                <a:latin typeface="Arial MT"/>
                <a:cs typeface="Arial MT"/>
              </a:rPr>
              <a:t> </a:t>
            </a:r>
            <a:r>
              <a:rPr dirty="0" sz="2750" spc="-50">
                <a:latin typeface="Arial MT"/>
                <a:cs typeface="Arial MT"/>
              </a:rPr>
              <a:t>&amp;</a:t>
            </a:r>
            <a:endParaRPr sz="2750">
              <a:latin typeface="Arial MT"/>
              <a:cs typeface="Arial MT"/>
            </a:endParaRPr>
          </a:p>
          <a:p>
            <a:pPr marL="15875">
              <a:lnSpc>
                <a:spcPts val="3095"/>
              </a:lnSpc>
            </a:pPr>
            <a:r>
              <a:rPr dirty="0" sz="2600">
                <a:latin typeface="Arial MT"/>
                <a:cs typeface="Arial MT"/>
              </a:rPr>
              <a:t>Chien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80">
                <a:latin typeface="Arial MT"/>
                <a:cs typeface="Arial MT"/>
              </a:rPr>
              <a:t>Luke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Quoc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Gia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ts val="2255"/>
              </a:lnSpc>
              <a:spcBef>
                <a:spcPts val="1680"/>
              </a:spcBef>
            </a:pPr>
            <a:r>
              <a:rPr dirty="0" sz="2300" spc="-100">
                <a:latin typeface="Arial MT"/>
                <a:cs typeface="Arial MT"/>
              </a:rPr>
              <a:t>Theo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 spc="-270">
                <a:latin typeface="Arial MT"/>
                <a:cs typeface="Arial MT"/>
              </a:rPr>
              <a:t>UNESCO</a:t>
            </a:r>
            <a:r>
              <a:rPr dirty="0" sz="2300" spc="155">
                <a:latin typeface="Arial MT"/>
                <a:cs typeface="Arial MT"/>
              </a:rPr>
              <a:t> </a:t>
            </a:r>
            <a:r>
              <a:rPr dirty="0" sz="2300" spc="-65">
                <a:latin typeface="Arial MT"/>
                <a:cs typeface="Arial MT"/>
              </a:rPr>
              <a:t>(2025), </a:t>
            </a:r>
            <a:r>
              <a:rPr dirty="0" sz="2300" spc="-25">
                <a:latin typeface="Arial MT"/>
                <a:cs typeface="Arial MT"/>
              </a:rPr>
              <a:t>han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ts val="7715"/>
              </a:lnSpc>
            </a:pPr>
            <a:r>
              <a:rPr dirty="0" sz="6850" spc="-25">
                <a:solidFill>
                  <a:srgbClr val="03384F"/>
                </a:solidFill>
                <a:latin typeface="Arial MT"/>
                <a:cs typeface="Arial MT"/>
              </a:rPr>
              <a:t>6d%</a:t>
            </a:r>
            <a:endParaRPr sz="68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180"/>
              </a:spcBef>
            </a:pPr>
            <a:r>
              <a:rPr dirty="0" sz="2050" spc="-160">
                <a:latin typeface="Arial MT"/>
                <a:cs typeface="Arial MT"/>
              </a:rPr>
              <a:t>Co</a:t>
            </a:r>
            <a:r>
              <a:rPr dirty="0" sz="2050" spc="10">
                <a:latin typeface="Arial MT"/>
                <a:cs typeface="Arial MT"/>
              </a:rPr>
              <a:t> </a:t>
            </a:r>
            <a:r>
              <a:rPr dirty="0" sz="2050" spc="-110">
                <a:latin typeface="Arial MT"/>
                <a:cs typeface="Arial MT"/>
              </a:rPr>
              <a:t>Sô</a:t>
            </a:r>
            <a:r>
              <a:rPr dirty="0" sz="2050" spc="-65">
                <a:latin typeface="Arial MT"/>
                <a:cs typeface="Arial MT"/>
              </a:rPr>
              <a:t> </a:t>
            </a:r>
            <a:r>
              <a:rPr dirty="0" sz="2050" spc="-40">
                <a:latin typeface="Arial MT"/>
                <a:cs typeface="Arial MT"/>
              </a:rPr>
              <a:t>giáO</a:t>
            </a:r>
            <a:r>
              <a:rPr dirty="0" sz="2050" spc="8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duc</a:t>
            </a:r>
            <a:r>
              <a:rPr dirty="0" sz="2050" spc="135">
                <a:latin typeface="Arial MT"/>
                <a:cs typeface="Arial MT"/>
              </a:rPr>
              <a:t> </a:t>
            </a:r>
            <a:r>
              <a:rPr dirty="0" sz="2050" spc="50">
                <a:latin typeface="Arial MT"/>
                <a:cs typeface="Arial MT"/>
              </a:rPr>
              <a:t>tai</a:t>
            </a:r>
            <a:r>
              <a:rPr dirty="0" sz="2050" spc="3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các</a:t>
            </a:r>
            <a:r>
              <a:rPr dirty="0" sz="2050" spc="135">
                <a:latin typeface="Arial MT"/>
                <a:cs typeface="Arial MT"/>
              </a:rPr>
              <a:t> </a:t>
            </a:r>
            <a:r>
              <a:rPr dirty="0" sz="2050" spc="55">
                <a:latin typeface="Arial MT"/>
                <a:cs typeface="Arial MT"/>
              </a:rPr>
              <a:t>nvóc</a:t>
            </a:r>
            <a:endParaRPr sz="20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40"/>
              </a:spcBef>
            </a:pPr>
            <a:r>
              <a:rPr dirty="0" sz="2200">
                <a:latin typeface="Arial MT"/>
                <a:cs typeface="Arial MT"/>
              </a:rPr>
              <a:t>phát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trién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dã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85">
                <a:latin typeface="Arial MT"/>
                <a:cs typeface="Arial MT"/>
              </a:rPr>
              <a:t>tech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hop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AI.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1111" y="6967008"/>
            <a:ext cx="3594735" cy="140081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45745" marR="5080" indent="-233679">
              <a:lnSpc>
                <a:spcPts val="2700"/>
              </a:lnSpc>
              <a:spcBef>
                <a:spcPts val="229"/>
              </a:spcBef>
              <a:buChar char="•"/>
              <a:tabLst>
                <a:tab pos="245745" algn="l"/>
                <a:tab pos="255270" algn="l"/>
              </a:tabLst>
            </a:pP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85">
                <a:latin typeface="Arial MT"/>
                <a:cs typeface="Arial MT"/>
              </a:rPr>
              <a:t>Viet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140">
                <a:latin typeface="Arial MT"/>
                <a:cs typeface="Arial MT"/>
              </a:rPr>
              <a:t>Nam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00">
                <a:latin typeface="Arial MT"/>
                <a:cs typeface="Arial MT"/>
              </a:rPr>
              <a:t>day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10">
                <a:latin typeface="Arial MT"/>
                <a:cs typeface="Arial MT"/>
              </a:rPr>
              <a:t>manh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70">
                <a:latin typeface="Arial MT"/>
                <a:cs typeface="Arial MT"/>
              </a:rPr>
              <a:t>chuyen </a:t>
            </a:r>
            <a:r>
              <a:rPr dirty="0" sz="2350" spc="-25">
                <a:latin typeface="Arial MT"/>
                <a:cs typeface="Arial MT"/>
              </a:rPr>
              <a:t>dói</a:t>
            </a:r>
            <a:r>
              <a:rPr dirty="0" sz="2350" spc="-140">
                <a:latin typeface="Arial MT"/>
                <a:cs typeface="Arial MT"/>
              </a:rPr>
              <a:t> </a:t>
            </a:r>
            <a:r>
              <a:rPr dirty="0" sz="2350" spc="-155">
                <a:latin typeface="Arial MT"/>
                <a:cs typeface="Arial MT"/>
              </a:rPr>
              <a:t>so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giáo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 spc="-55">
                <a:latin typeface="Arial MT"/>
                <a:cs typeface="Arial MT"/>
              </a:rPr>
              <a:t>duc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155">
                <a:latin typeface="Arial MT"/>
                <a:cs typeface="Arial MT"/>
              </a:rPr>
              <a:t>qua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các </a:t>
            </a:r>
            <a:r>
              <a:rPr dirty="0" sz="2350" spc="-75">
                <a:latin typeface="Arial MT"/>
                <a:cs typeface="Arial MT"/>
              </a:rPr>
              <a:t>quyét</a:t>
            </a:r>
            <a:r>
              <a:rPr dirty="0" sz="2350" spc="5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dinh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100">
                <a:latin typeface="Arial MT"/>
                <a:cs typeface="Arial MT"/>
              </a:rPr>
              <a:t>749/OD-</a:t>
            </a:r>
            <a:r>
              <a:rPr dirty="0" sz="2350" spc="-25">
                <a:latin typeface="Arial MT"/>
                <a:cs typeface="Arial MT"/>
              </a:rPr>
              <a:t>TTg</a:t>
            </a:r>
            <a:endParaRPr sz="2350">
              <a:latin typeface="Arial MT"/>
              <a:cs typeface="Arial MT"/>
            </a:endParaRPr>
          </a:p>
          <a:p>
            <a:pPr marL="252729">
              <a:lnSpc>
                <a:spcPts val="2590"/>
              </a:lnSpc>
            </a:pPr>
            <a:r>
              <a:rPr dirty="0" sz="2400" spc="-260">
                <a:latin typeface="Arial MT"/>
                <a:cs typeface="Arial MT"/>
              </a:rPr>
              <a:t>và</a:t>
            </a:r>
            <a:r>
              <a:rPr dirty="0" sz="2400" spc="135">
                <a:latin typeface="Arial MT"/>
                <a:cs typeface="Arial MT"/>
              </a:rPr>
              <a:t> </a:t>
            </a:r>
            <a:r>
              <a:rPr dirty="0" sz="2400" spc="-110">
                <a:latin typeface="Arial MT"/>
                <a:cs typeface="Arial MT"/>
              </a:rPr>
              <a:t>t31/QD-</a:t>
            </a:r>
            <a:r>
              <a:rPr dirty="0" sz="2400" spc="-20">
                <a:latin typeface="Arial MT"/>
                <a:cs typeface="Arial MT"/>
              </a:rPr>
              <a:t>TTg.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828572" y="3490383"/>
            <a:ext cx="2146935" cy="141795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8415" marR="5080" indent="-6350">
              <a:lnSpc>
                <a:spcPts val="3150"/>
              </a:lnSpc>
              <a:spcBef>
                <a:spcPts val="495"/>
              </a:spcBef>
            </a:pPr>
            <a:r>
              <a:rPr dirty="0" sz="2900" spc="-170">
                <a:latin typeface="Arial MT"/>
                <a:cs typeface="Arial MT"/>
              </a:rPr>
              <a:t>Khoáng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40">
                <a:latin typeface="Arial MT"/>
                <a:cs typeface="Arial MT"/>
              </a:rPr>
              <a:t>Tróng </a:t>
            </a:r>
            <a:r>
              <a:rPr dirty="0" sz="2900" spc="-125">
                <a:latin typeface="Arial MT"/>
                <a:cs typeface="Arial MT"/>
              </a:rPr>
              <a:t>Th¿c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Tien</a:t>
            </a:r>
            <a:endParaRPr sz="29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620"/>
              </a:spcBef>
            </a:pPr>
            <a:r>
              <a:rPr dirty="0" sz="2200" spc="-85">
                <a:latin typeface="Arial MT"/>
                <a:cs typeface="Arial MT"/>
              </a:rPr>
              <a:t>Tuy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nhiên,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chi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37094" y="5789788"/>
            <a:ext cx="2745740" cy="105537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 indent="635">
              <a:lnSpc>
                <a:spcPts val="2650"/>
              </a:lnSpc>
              <a:spcBef>
                <a:spcPts val="340"/>
              </a:spcBef>
            </a:pPr>
            <a:r>
              <a:rPr dirty="0" sz="2350" spc="-25">
                <a:latin typeface="Arial MT"/>
                <a:cs typeface="Arial MT"/>
              </a:rPr>
              <a:t>trvõng</a:t>
            </a:r>
            <a:r>
              <a:rPr dirty="0" sz="2350" spc="-105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pho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 spc="-60">
                <a:latin typeface="Arial MT"/>
                <a:cs typeface="Arial MT"/>
              </a:rPr>
              <a:t>thông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tai </a:t>
            </a:r>
            <a:r>
              <a:rPr dirty="0" sz="2400" spc="-135">
                <a:latin typeface="Arial MT"/>
                <a:cs typeface="Arial MT"/>
              </a:rPr>
              <a:t>Viet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45">
                <a:latin typeface="Arial MT"/>
                <a:cs typeface="Arial MT"/>
              </a:rPr>
              <a:t>Nam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5">
                <a:latin typeface="Arial MT"/>
                <a:cs typeface="Arial MT"/>
              </a:rPr>
              <a:t>tiep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65">
                <a:latin typeface="Arial MT"/>
                <a:cs typeface="Arial MT"/>
              </a:rPr>
              <a:t>can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25">
                <a:latin typeface="Arial MT"/>
                <a:cs typeface="Arial MT"/>
              </a:rPr>
              <a:t>AI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ô </a:t>
            </a:r>
            <a:r>
              <a:rPr dirty="0" sz="2200" spc="-135">
                <a:latin typeface="Arial MT"/>
                <a:cs typeface="Arial MT"/>
              </a:rPr>
              <a:t>mike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bán.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840676" y="7166327"/>
            <a:ext cx="2919730" cy="1380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36854" marR="5080" indent="-224790">
              <a:lnSpc>
                <a:spcPct val="99500"/>
              </a:lnSpc>
              <a:spcBef>
                <a:spcPts val="135"/>
              </a:spcBef>
              <a:buChar char="•"/>
              <a:tabLst>
                <a:tab pos="236854" algn="l"/>
                <a:tab pos="247015" algn="l"/>
                <a:tab pos="2041525" algn="l"/>
              </a:tabLst>
            </a:pPr>
            <a:r>
              <a:rPr dirty="0" sz="2200">
                <a:latin typeface="Arial MT"/>
                <a:cs typeface="Arial MT"/>
              </a:rPr>
              <a:t>	</a:t>
            </a:r>
            <a:r>
              <a:rPr dirty="0" sz="2200" spc="-25">
                <a:latin typeface="Arial MT"/>
                <a:cs typeface="Arial MT"/>
              </a:rPr>
              <a:t>Nguy</a:t>
            </a:r>
            <a:r>
              <a:rPr dirty="0" sz="2200" spc="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tut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h</a:t>
            </a:r>
            <a:r>
              <a:rPr dirty="0" sz="2200">
                <a:latin typeface="Arial MT"/>
                <a:cs typeface="Arial MT"/>
              </a:rPr>
              <a:t>	</a:t>
            </a:r>
            <a:r>
              <a:rPr dirty="0" sz="2200" spc="-80">
                <a:latin typeface="Arial MT"/>
                <a:cs typeface="Arial MT"/>
              </a:rPr>
              <a:t>u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rõ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ret </a:t>
            </a:r>
            <a:r>
              <a:rPr dirty="0" sz="2300" spc="-85">
                <a:latin typeface="Arial MT"/>
                <a:cs typeface="Arial MT"/>
              </a:rPr>
              <a:t>néu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65">
                <a:latin typeface="Arial MT"/>
                <a:cs typeface="Arial MT"/>
              </a:rPr>
              <a:t>không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có</a:t>
            </a:r>
            <a:r>
              <a:rPr dirty="0" sz="2300" spc="-14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giái </a:t>
            </a:r>
            <a:r>
              <a:rPr dirty="0" sz="2200" spc="-10">
                <a:latin typeface="Arial MT"/>
                <a:cs typeface="Arial MT"/>
              </a:rPr>
              <a:t>pháp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úng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dung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hieu quá.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800" y="5422900"/>
            <a:ext cx="10871200" cy="4330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0300" y="774700"/>
            <a:ext cx="1143000" cy="596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48593" y="574322"/>
            <a:ext cx="11670030" cy="1560195"/>
          </a:xfrm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12700" marR="5080" indent="1003300">
              <a:lnSpc>
                <a:spcPts val="5750"/>
              </a:lnSpc>
              <a:spcBef>
                <a:spcPts val="775"/>
              </a:spcBef>
              <a:tabLst>
                <a:tab pos="9689465" algn="l"/>
              </a:tabLst>
            </a:pPr>
            <a:r>
              <a:rPr dirty="0" sz="5250" spc="-35">
                <a:latin typeface="Cambria"/>
                <a:cs typeface="Cambria"/>
              </a:rPr>
              <a:t>Thách</a:t>
            </a:r>
            <a:r>
              <a:rPr dirty="0" sz="5250" spc="-215">
                <a:latin typeface="Cambria"/>
                <a:cs typeface="Cambria"/>
              </a:rPr>
              <a:t> </a:t>
            </a:r>
            <a:r>
              <a:rPr dirty="0" sz="5250">
                <a:latin typeface="Cambria"/>
                <a:cs typeface="Cambria"/>
              </a:rPr>
              <a:t>Thúc</a:t>
            </a:r>
            <a:r>
              <a:rPr dirty="0" sz="5250" spc="-170">
                <a:latin typeface="Cambria"/>
                <a:cs typeface="Cambria"/>
              </a:rPr>
              <a:t> </a:t>
            </a:r>
            <a:r>
              <a:rPr dirty="0" sz="5250" spc="80">
                <a:latin typeface="Cambria"/>
                <a:cs typeface="Cambria"/>
              </a:rPr>
              <a:t>Cúa</a:t>
            </a:r>
            <a:r>
              <a:rPr dirty="0" sz="5250" spc="-285">
                <a:latin typeface="Cambria"/>
                <a:cs typeface="Cambria"/>
              </a:rPr>
              <a:t> </a:t>
            </a:r>
            <a:r>
              <a:rPr dirty="0" sz="5250">
                <a:latin typeface="Cambria"/>
                <a:cs typeface="Cambria"/>
              </a:rPr>
              <a:t>Hoc</a:t>
            </a:r>
            <a:r>
              <a:rPr dirty="0" sz="5250" spc="-114">
                <a:latin typeface="Cambria"/>
                <a:cs typeface="Cambria"/>
              </a:rPr>
              <a:t> </a:t>
            </a:r>
            <a:r>
              <a:rPr dirty="0" sz="5250" spc="-10">
                <a:latin typeface="Cambria"/>
                <a:cs typeface="Cambria"/>
              </a:rPr>
              <a:t>Sinh:</a:t>
            </a:r>
            <a:r>
              <a:rPr dirty="0" sz="5250">
                <a:latin typeface="Cambria"/>
                <a:cs typeface="Cambria"/>
              </a:rPr>
              <a:t>	</a:t>
            </a:r>
            <a:r>
              <a:rPr dirty="0" sz="5250" spc="-20">
                <a:latin typeface="Cambria"/>
                <a:cs typeface="Cambria"/>
              </a:rPr>
              <a:t>Tai, </a:t>
            </a:r>
            <a:r>
              <a:rPr dirty="0" sz="5250" spc="-105">
                <a:latin typeface="Cambria"/>
                <a:cs typeface="Cambria"/>
              </a:rPr>
              <a:t>Thiéu</a:t>
            </a:r>
            <a:r>
              <a:rPr dirty="0" sz="5250" spc="-185">
                <a:latin typeface="Cambria"/>
                <a:cs typeface="Cambria"/>
              </a:rPr>
              <a:t> </a:t>
            </a:r>
            <a:r>
              <a:rPr dirty="0" sz="5250">
                <a:latin typeface="Cambria"/>
                <a:cs typeface="Cambria"/>
              </a:rPr>
              <a:t>Ojnh</a:t>
            </a:r>
            <a:r>
              <a:rPr dirty="0" sz="5250" spc="-190">
                <a:latin typeface="Cambria"/>
                <a:cs typeface="Cambria"/>
              </a:rPr>
              <a:t> </a:t>
            </a:r>
            <a:r>
              <a:rPr dirty="0" sz="5250">
                <a:latin typeface="Cambria"/>
                <a:cs typeface="Cambria"/>
              </a:rPr>
              <a:t>Hüóng</a:t>
            </a:r>
            <a:r>
              <a:rPr dirty="0" sz="5250" spc="55">
                <a:latin typeface="Cambria"/>
                <a:cs typeface="Cambria"/>
              </a:rPr>
              <a:t> </a:t>
            </a:r>
            <a:r>
              <a:rPr dirty="0" sz="5250" spc="-140">
                <a:latin typeface="Cambria"/>
                <a:cs typeface="Cambria"/>
              </a:rPr>
              <a:t>và</a:t>
            </a:r>
            <a:r>
              <a:rPr dirty="0" sz="5250" spc="-295">
                <a:latin typeface="Cambria"/>
                <a:cs typeface="Cambria"/>
              </a:rPr>
              <a:t> </a:t>
            </a:r>
            <a:r>
              <a:rPr dirty="0" sz="5250" spc="-70">
                <a:latin typeface="Cambria"/>
                <a:cs typeface="Cambria"/>
              </a:rPr>
              <a:t>Phân</a:t>
            </a:r>
            <a:r>
              <a:rPr dirty="0" sz="5250" spc="-250">
                <a:latin typeface="Cambria"/>
                <a:cs typeface="Cambria"/>
              </a:rPr>
              <a:t> </a:t>
            </a:r>
            <a:r>
              <a:rPr dirty="0" sz="5250">
                <a:latin typeface="Cambria"/>
                <a:cs typeface="Cambria"/>
              </a:rPr>
              <a:t>Manh</a:t>
            </a:r>
            <a:r>
              <a:rPr dirty="0" sz="5250" spc="-75">
                <a:latin typeface="Cambria"/>
                <a:cs typeface="Cambria"/>
              </a:rPr>
              <a:t> </a:t>
            </a:r>
            <a:r>
              <a:rPr dirty="0" sz="5250" spc="50">
                <a:latin typeface="Cambria"/>
                <a:cs typeface="Cambria"/>
              </a:rPr>
              <a:t>Công</a:t>
            </a:r>
            <a:r>
              <a:rPr dirty="0" sz="5250" spc="-114">
                <a:latin typeface="Cambria"/>
                <a:cs typeface="Cambria"/>
              </a:rPr>
              <a:t> </a:t>
            </a:r>
            <a:r>
              <a:rPr dirty="0" sz="5250" spc="215">
                <a:latin typeface="Cambria"/>
                <a:cs typeface="Cambria"/>
              </a:rPr>
              <a:t>Cy</a:t>
            </a:r>
            <a:endParaRPr sz="52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80554" y="2455392"/>
            <a:ext cx="3911600" cy="242824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8800" spc="-20">
                <a:solidFill>
                  <a:srgbClr val="013B59"/>
                </a:solidFill>
                <a:latin typeface="Arial MT"/>
                <a:cs typeface="Arial MT"/>
              </a:rPr>
              <a:t>72</a:t>
            </a:r>
            <a:r>
              <a:rPr dirty="0" baseline="44566" sz="6825" spc="-30">
                <a:solidFill>
                  <a:srgbClr val="013B59"/>
                </a:solidFill>
                <a:latin typeface="Arial MT"/>
                <a:cs typeface="Arial MT"/>
              </a:rPr>
              <a:t>O</a:t>
            </a:r>
            <a:r>
              <a:rPr dirty="0" sz="8800" spc="-20">
                <a:solidFill>
                  <a:srgbClr val="013B59"/>
                </a:solidFill>
                <a:latin typeface="Arial MT"/>
                <a:cs typeface="Arial MT"/>
              </a:rPr>
              <a:t>?!</a:t>
            </a:r>
            <a:endParaRPr sz="8800">
              <a:latin typeface="Arial MT"/>
              <a:cs typeface="Arial MT"/>
            </a:endParaRPr>
          </a:p>
          <a:p>
            <a:pPr marL="60325" marR="30480">
              <a:lnSpc>
                <a:spcPct val="101200"/>
              </a:lnSpc>
              <a:spcBef>
                <a:spcPts val="160"/>
              </a:spcBef>
              <a:tabLst>
                <a:tab pos="3133725" algn="l"/>
              </a:tabLst>
            </a:pPr>
            <a:r>
              <a:rPr dirty="0" sz="2050">
                <a:latin typeface="Arial MT"/>
                <a:cs typeface="Arial MT"/>
              </a:rPr>
              <a:t>hgc</a:t>
            </a:r>
            <a:r>
              <a:rPr dirty="0" sz="2050" spc="2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sinh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baseline="5420" sz="3075">
                <a:latin typeface="Arial MT"/>
                <a:cs typeface="Arial MT"/>
              </a:rPr>
              <a:t>b</a:t>
            </a:r>
            <a:r>
              <a:rPr dirty="0" baseline="-5420" sz="3075">
                <a:latin typeface="Arial MT"/>
                <a:cs typeface="Arial MT"/>
              </a:rPr>
              <a:t>!</a:t>
            </a:r>
            <a:r>
              <a:rPr dirty="0" baseline="-5420" sz="3075" spc="-315">
                <a:latin typeface="Arial MT"/>
                <a:cs typeface="Arial MT"/>
              </a:rPr>
              <a:t> </a:t>
            </a:r>
            <a:r>
              <a:rPr dirty="0" baseline="-4065" sz="3075">
                <a:latin typeface="Arial MT"/>
                <a:cs typeface="Arial MT"/>
              </a:rPr>
              <a:t>qu</a:t>
            </a:r>
            <a:r>
              <a:rPr dirty="0" baseline="6775" sz="3075">
                <a:latin typeface="Arial MT"/>
                <a:cs typeface="Arial MT"/>
              </a:rPr>
              <a:t>á</a:t>
            </a:r>
            <a:r>
              <a:rPr dirty="0" baseline="6775" sz="3075" spc="-217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táÍ</a:t>
            </a:r>
            <a:r>
              <a:rPr dirty="0" sz="2050" spc="3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bài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tap</a:t>
            </a:r>
            <a:r>
              <a:rPr dirty="0" sz="2050" spc="-80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và </a:t>
            </a:r>
            <a:r>
              <a:rPr dirty="0" sz="2150" spc="-20">
                <a:latin typeface="Arial MT"/>
                <a:cs typeface="Arial MT"/>
              </a:rPr>
              <a:t>thuông</a:t>
            </a:r>
            <a:r>
              <a:rPr dirty="0" sz="2150" spc="-30">
                <a:latin typeface="Arial MT"/>
                <a:cs typeface="Arial MT"/>
              </a:rPr>
              <a:t> </a:t>
            </a:r>
            <a:r>
              <a:rPr dirty="0" sz="2150" spc="-110">
                <a:latin typeface="Arial MT"/>
                <a:cs typeface="Arial MT"/>
              </a:rPr>
              <a:t>xuyên</a:t>
            </a:r>
            <a:r>
              <a:rPr dirty="0" sz="2150" spc="-40">
                <a:latin typeface="Arial MT"/>
                <a:cs typeface="Arial MT"/>
              </a:rPr>
              <a:t> </a:t>
            </a:r>
            <a:r>
              <a:rPr dirty="0" sz="2150" spc="-60">
                <a:latin typeface="Arial MT"/>
                <a:cs typeface="Arial MT"/>
              </a:rPr>
              <a:t>quên</a:t>
            </a:r>
            <a:r>
              <a:rPr dirty="0" sz="2150" spc="-65">
                <a:latin typeface="Arial MT"/>
                <a:cs typeface="Arial MT"/>
              </a:rPr>
              <a:t> </a:t>
            </a:r>
            <a:r>
              <a:rPr dirty="0" sz="2150" spc="-100">
                <a:latin typeface="Arial MT"/>
                <a:cs typeface="Arial MT"/>
              </a:rPr>
              <a:t>han</a:t>
            </a:r>
            <a:r>
              <a:rPr dirty="0" sz="2150" spc="-50">
                <a:latin typeface="Arial MT"/>
                <a:cs typeface="Arial MT"/>
              </a:rPr>
              <a:t> n</a:t>
            </a:r>
            <a:r>
              <a:rPr dirty="0" sz="2150">
                <a:latin typeface="Arial MT"/>
                <a:cs typeface="Arial MT"/>
              </a:rPr>
              <a:t>	</a:t>
            </a:r>
            <a:r>
              <a:rPr dirty="0" sz="2150" spc="-25">
                <a:latin typeface="Arial MT"/>
                <a:cs typeface="Arial MT"/>
              </a:rPr>
              <a:t>p. </a:t>
            </a:r>
            <a:r>
              <a:rPr dirty="0" sz="2000" spc="-40">
                <a:latin typeface="Arial MT"/>
                <a:cs typeface="Arial MT"/>
              </a:rPr>
              <a:t>(Nguõn: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60">
                <a:latin typeface="Arial MT"/>
                <a:cs typeface="Arial MT"/>
              </a:rPr>
              <a:t>Kháo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sát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10">
                <a:latin typeface="Arial MT"/>
                <a:cs typeface="Arial MT"/>
              </a:rPr>
              <a:t>Bo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65">
                <a:latin typeface="Arial MT"/>
                <a:cs typeface="Arial MT"/>
              </a:rPr>
              <a:t>GD&amp;OT</a:t>
            </a:r>
            <a:r>
              <a:rPr dirty="0" sz="2000" spc="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2025)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53991" y="2537530"/>
            <a:ext cx="3490595" cy="23495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10555"/>
              </a:lnSpc>
              <a:spcBef>
                <a:spcPts val="120"/>
              </a:spcBef>
            </a:pPr>
            <a:r>
              <a:rPr dirty="0" sz="8800" spc="-265">
                <a:solidFill>
                  <a:srgbClr val="003854"/>
                </a:solidFill>
                <a:latin typeface="Arial MT"/>
                <a:cs typeface="Arial MT"/>
              </a:rPr>
              <a:t>66.3</a:t>
            </a:r>
            <a:r>
              <a:rPr dirty="0" baseline="42245" sz="7200" spc="-397">
                <a:solidFill>
                  <a:srgbClr val="003854"/>
                </a:solidFill>
                <a:latin typeface="Arial MT"/>
                <a:cs typeface="Arial MT"/>
              </a:rPr>
              <a:t>O</a:t>
            </a:r>
            <a:r>
              <a:rPr dirty="0" sz="8800" spc="-265">
                <a:solidFill>
                  <a:srgbClr val="003854"/>
                </a:solidFill>
                <a:latin typeface="Arial MT"/>
                <a:cs typeface="Arial MT"/>
              </a:rPr>
              <a:t>?!</a:t>
            </a:r>
            <a:endParaRPr sz="8800">
              <a:latin typeface="Arial MT"/>
              <a:cs typeface="Arial MT"/>
            </a:endParaRPr>
          </a:p>
          <a:p>
            <a:pPr marL="49530">
              <a:lnSpc>
                <a:spcPts val="2565"/>
              </a:lnSpc>
            </a:pPr>
            <a:r>
              <a:rPr dirty="0" sz="2200" spc="-35">
                <a:latin typeface="Arial MT"/>
                <a:cs typeface="Arial MT"/>
              </a:rPr>
              <a:t>thea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35">
                <a:latin typeface="Arial MT"/>
                <a:cs typeface="Arial MT"/>
              </a:rPr>
              <a:t>nhân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 spc="-60">
                <a:latin typeface="Arial MT"/>
                <a:cs typeface="Arial MT"/>
              </a:rPr>
              <a:t>thigu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55">
                <a:latin typeface="Arial MT"/>
                <a:cs typeface="Arial MT"/>
              </a:rPr>
              <a:t>phvong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pháp</a:t>
            </a:r>
            <a:endParaRPr sz="2200">
              <a:latin typeface="Arial MT"/>
              <a:cs typeface="Arial MT"/>
            </a:endParaRPr>
          </a:p>
          <a:p>
            <a:pPr marL="48260">
              <a:lnSpc>
                <a:spcPts val="2635"/>
              </a:lnSpc>
            </a:pPr>
            <a:r>
              <a:rPr dirty="0" sz="2300" spc="-155">
                <a:latin typeface="Arial MT"/>
                <a:cs typeface="Arial MT"/>
              </a:rPr>
              <a:t>hgc</a:t>
            </a:r>
            <a:r>
              <a:rPr dirty="0" sz="2300" spc="25">
                <a:latin typeface="Arial MT"/>
                <a:cs typeface="Arial MT"/>
              </a:rPr>
              <a:t> </a:t>
            </a:r>
            <a:r>
              <a:rPr dirty="0" sz="2300" spc="-114">
                <a:latin typeface="Arial MT"/>
                <a:cs typeface="Arial MT"/>
              </a:rPr>
              <a:t>tap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150">
                <a:latin typeface="Arial MT"/>
                <a:cs typeface="Arial MT"/>
              </a:rPr>
              <a:t>hieu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quá.</a:t>
            </a:r>
            <a:endParaRPr sz="2300">
              <a:latin typeface="Arial MT"/>
              <a:cs typeface="Arial MT"/>
            </a:endParaRPr>
          </a:p>
          <a:p>
            <a:pPr marL="50800">
              <a:lnSpc>
                <a:spcPts val="2525"/>
              </a:lnSpc>
            </a:pPr>
            <a:r>
              <a:rPr dirty="0" sz="2150" spc="-140">
                <a:latin typeface="Arial MT"/>
                <a:cs typeface="Arial MT"/>
              </a:rPr>
              <a:t>(Nguon:</a:t>
            </a:r>
            <a:r>
              <a:rPr dirty="0" sz="2150" spc="-10">
                <a:latin typeface="Arial MT"/>
                <a:cs typeface="Arial MT"/>
              </a:rPr>
              <a:t> </a:t>
            </a:r>
            <a:r>
              <a:rPr dirty="0" sz="2150" spc="-190">
                <a:latin typeface="Arial MT"/>
                <a:cs typeface="Arial MT"/>
              </a:rPr>
              <a:t>Kháo</a:t>
            </a:r>
            <a:r>
              <a:rPr dirty="0" sz="2150" spc="40">
                <a:latin typeface="Arial MT"/>
                <a:cs typeface="Arial MT"/>
              </a:rPr>
              <a:t> </a:t>
            </a:r>
            <a:r>
              <a:rPr dirty="0" sz="2150" spc="-90">
                <a:latin typeface="Arial MT"/>
                <a:cs typeface="Arial MT"/>
              </a:rPr>
              <a:t>sát</a:t>
            </a:r>
            <a:r>
              <a:rPr dirty="0" sz="2150" spc="10">
                <a:latin typeface="Arial MT"/>
                <a:cs typeface="Arial MT"/>
              </a:rPr>
              <a:t> </a:t>
            </a:r>
            <a:r>
              <a:rPr dirty="0" sz="2150" spc="-60">
                <a:latin typeface="Arial MT"/>
                <a:cs typeface="Arial MT"/>
              </a:rPr>
              <a:t>dá</a:t>
            </a:r>
            <a:r>
              <a:rPr dirty="0" sz="2150" spc="-125">
                <a:latin typeface="Arial MT"/>
                <a:cs typeface="Arial MT"/>
              </a:rPr>
              <a:t> </a:t>
            </a:r>
            <a:r>
              <a:rPr dirty="0" sz="2150" spc="-25">
                <a:latin typeface="Arial MT"/>
                <a:cs typeface="Arial MT"/>
              </a:rPr>
              <a:t>án)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453870" y="2537530"/>
            <a:ext cx="2738120" cy="1369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8800" spc="-10">
                <a:solidFill>
                  <a:srgbClr val="013D5B"/>
                </a:solidFill>
                <a:latin typeface="Arial MT"/>
                <a:cs typeface="Arial MT"/>
              </a:rPr>
              <a:t>40</a:t>
            </a:r>
            <a:r>
              <a:rPr dirty="0" baseline="42245" sz="7200" spc="-15">
                <a:solidFill>
                  <a:srgbClr val="013D5B"/>
                </a:solidFill>
                <a:latin typeface="Arial MT"/>
                <a:cs typeface="Arial MT"/>
              </a:rPr>
              <a:t>O</a:t>
            </a:r>
            <a:r>
              <a:rPr dirty="0" sz="8800" spc="-10">
                <a:solidFill>
                  <a:srgbClr val="013D5B"/>
                </a:solidFill>
                <a:latin typeface="Arial MT"/>
                <a:cs typeface="Arial MT"/>
              </a:rPr>
              <a:t>?!</a:t>
            </a:r>
            <a:endParaRPr sz="8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74895" y="3885847"/>
            <a:ext cx="3851910" cy="9982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65"/>
              </a:lnSpc>
              <a:spcBef>
                <a:spcPts val="100"/>
              </a:spcBef>
              <a:tabLst>
                <a:tab pos="1600200" algn="l"/>
              </a:tabLst>
            </a:pPr>
            <a:r>
              <a:rPr dirty="0" sz="2150">
                <a:latin typeface="Arial MT"/>
                <a:cs typeface="Arial MT"/>
              </a:rPr>
              <a:t>mat</a:t>
            </a:r>
            <a:r>
              <a:rPr dirty="0" sz="2150" spc="-100">
                <a:latin typeface="Arial MT"/>
                <a:cs typeface="Arial MT"/>
              </a:rPr>
              <a:t> </a:t>
            </a:r>
            <a:r>
              <a:rPr dirty="0" sz="2150" spc="-229">
                <a:latin typeface="Arial MT"/>
                <a:cs typeface="Arial MT"/>
              </a:rPr>
              <a:t>d{ong</a:t>
            </a:r>
            <a:r>
              <a:rPr dirty="0" sz="2150" spc="75">
                <a:latin typeface="Arial MT"/>
                <a:cs typeface="Arial MT"/>
              </a:rPr>
              <a:t> </a:t>
            </a:r>
            <a:r>
              <a:rPr dirty="0" sz="2150" spc="-25">
                <a:latin typeface="Arial MT"/>
                <a:cs typeface="Arial MT"/>
              </a:rPr>
              <a:t>lic</a:t>
            </a:r>
            <a:r>
              <a:rPr dirty="0" sz="2150">
                <a:latin typeface="Arial MT"/>
                <a:cs typeface="Arial MT"/>
              </a:rPr>
              <a:t>	</a:t>
            </a:r>
            <a:r>
              <a:rPr dirty="0" sz="2150" spc="-45">
                <a:latin typeface="Arial MT"/>
                <a:cs typeface="Arial MT"/>
              </a:rPr>
              <a:t>hgc</a:t>
            </a:r>
            <a:r>
              <a:rPr dirty="0" sz="2150" spc="-105">
                <a:latin typeface="Arial MT"/>
                <a:cs typeface="Arial MT"/>
              </a:rPr>
              <a:t> </a:t>
            </a:r>
            <a:r>
              <a:rPr dirty="0" sz="2150" spc="-50">
                <a:latin typeface="Arial MT"/>
                <a:cs typeface="Arial MT"/>
              </a:rPr>
              <a:t>do</a:t>
            </a:r>
            <a:r>
              <a:rPr dirty="0" sz="2150" spc="-100">
                <a:latin typeface="Arial MT"/>
                <a:cs typeface="Arial MT"/>
              </a:rPr>
              <a:t> </a:t>
            </a:r>
            <a:r>
              <a:rPr dirty="0" sz="2150" spc="-35">
                <a:latin typeface="Arial MT"/>
                <a:cs typeface="Arial MT"/>
              </a:rPr>
              <a:t>không</a:t>
            </a:r>
            <a:r>
              <a:rPr dirty="0" sz="2150" spc="-95">
                <a:latin typeface="Arial MT"/>
                <a:cs typeface="Arial MT"/>
              </a:rPr>
              <a:t> </a:t>
            </a:r>
            <a:r>
              <a:rPr dirty="0" sz="2150" spc="-20">
                <a:latin typeface="Arial MT"/>
                <a:cs typeface="Arial MT"/>
              </a:rPr>
              <a:t>dugc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ts val="2625"/>
              </a:lnSpc>
            </a:pPr>
            <a:r>
              <a:rPr dirty="0" sz="2200" spc="-30">
                <a:latin typeface="Arial MT"/>
                <a:cs typeface="Arial MT"/>
              </a:rPr>
              <a:t>hõ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trg</a:t>
            </a:r>
            <a:r>
              <a:rPr dirty="0" sz="2200" spc="-195">
                <a:latin typeface="Arial MT"/>
                <a:cs typeface="Arial MT"/>
              </a:rPr>
              <a:t> </a:t>
            </a:r>
            <a:r>
              <a:rPr dirty="0" sz="2200" spc="-114">
                <a:latin typeface="Arial MT"/>
                <a:cs typeface="Arial MT"/>
              </a:rPr>
              <a:t>dúng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Iúc.</a:t>
            </a:r>
            <a:endParaRPr sz="22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  <a:spcBef>
                <a:spcPts val="60"/>
              </a:spcBef>
            </a:pPr>
            <a:r>
              <a:rPr dirty="0" sz="2000" spc="-40">
                <a:latin typeface="Arial MT"/>
                <a:cs typeface="Arial MT"/>
              </a:rPr>
              <a:t>(Nguõn: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60">
                <a:latin typeface="Arial MT"/>
                <a:cs typeface="Arial MT"/>
              </a:rPr>
              <a:t>Kháo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sát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10">
                <a:latin typeface="Arial MT"/>
                <a:cs typeface="Arial MT"/>
              </a:rPr>
              <a:t>Bo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40">
                <a:latin typeface="Arial MT"/>
                <a:cs typeface="Arial MT"/>
              </a:rPr>
              <a:t>GD&amp;DT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2025)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28280" y="7995238"/>
            <a:ext cx="6376035" cy="124142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700">
                <a:latin typeface="Cambria"/>
                <a:cs typeface="Cambria"/>
              </a:rPr>
              <a:t>He</a:t>
            </a:r>
            <a:r>
              <a:rPr dirty="0" sz="2700" spc="-170">
                <a:latin typeface="Cambria"/>
                <a:cs typeface="Cambria"/>
              </a:rPr>
              <a:t> </a:t>
            </a:r>
            <a:r>
              <a:rPr dirty="0" sz="2700" spc="-10">
                <a:latin typeface="Cambria"/>
                <a:cs typeface="Cambria"/>
              </a:rPr>
              <a:t>sinh</a:t>
            </a:r>
            <a:r>
              <a:rPr dirty="0" sz="2700" spc="-100">
                <a:latin typeface="Cambria"/>
                <a:cs typeface="Cambria"/>
              </a:rPr>
              <a:t> </a:t>
            </a:r>
            <a:r>
              <a:rPr dirty="0" sz="2700" spc="-35">
                <a:latin typeface="Cambria"/>
                <a:cs typeface="Cambria"/>
              </a:rPr>
              <a:t>thái</a:t>
            </a:r>
            <a:r>
              <a:rPr dirty="0" sz="2700" spc="-55">
                <a:latin typeface="Cambria"/>
                <a:cs typeface="Cambria"/>
              </a:rPr>
              <a:t> hpc</a:t>
            </a:r>
            <a:r>
              <a:rPr dirty="0" sz="2700" spc="-95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tap</a:t>
            </a:r>
            <a:r>
              <a:rPr dirty="0" sz="2700" spc="-150">
                <a:latin typeface="Cambria"/>
                <a:cs typeface="Cambria"/>
              </a:rPr>
              <a:t> </a:t>
            </a:r>
            <a:r>
              <a:rPr dirty="0" sz="2700" spc="-45">
                <a:latin typeface="Cambria"/>
                <a:cs typeface="Cambria"/>
              </a:rPr>
              <a:t>phân</a:t>
            </a:r>
            <a:r>
              <a:rPr dirty="0" sz="2700" spc="-70">
                <a:latin typeface="Cambria"/>
                <a:cs typeface="Cambria"/>
              </a:rPr>
              <a:t> </a:t>
            </a:r>
            <a:r>
              <a:rPr dirty="0" sz="2700" spc="-20">
                <a:latin typeface="Cambria"/>
                <a:cs typeface="Cambria"/>
              </a:rPr>
              <a:t>mành</a:t>
            </a:r>
            <a:endParaRPr sz="2700">
              <a:latin typeface="Cambria"/>
              <a:cs typeface="Cambria"/>
            </a:endParaRPr>
          </a:p>
          <a:p>
            <a:pPr marL="15875" marR="5080" indent="15240">
              <a:lnSpc>
                <a:spcPct val="108100"/>
              </a:lnSpc>
              <a:spcBef>
                <a:spcPts val="530"/>
              </a:spcBef>
              <a:tabLst>
                <a:tab pos="2614930" algn="l"/>
              </a:tabLst>
            </a:pPr>
            <a:r>
              <a:rPr dirty="0" sz="1850" spc="-20">
                <a:latin typeface="Arial MT"/>
                <a:cs typeface="Arial MT"/>
              </a:rPr>
              <a:t>Vinc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giao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 spc="-55">
                <a:latin typeface="Arial MT"/>
                <a:cs typeface="Arial MT"/>
              </a:rPr>
              <a:t>và </a:t>
            </a:r>
            <a:r>
              <a:rPr dirty="0" sz="1850" spc="-10">
                <a:latin typeface="Arial MT"/>
                <a:cs typeface="Arial MT"/>
              </a:rPr>
              <a:t>nhân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bài</a:t>
            </a:r>
            <a:r>
              <a:rPr dirty="0" sz="1850" spc="-1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phân</a:t>
            </a:r>
            <a:r>
              <a:rPr dirty="0" sz="1850" spc="-8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tán</a:t>
            </a:r>
            <a:r>
              <a:rPr dirty="0" sz="1850" spc="-9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trên</a:t>
            </a:r>
            <a:r>
              <a:rPr dirty="0" sz="1850" spc="-7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nhigu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nàn</a:t>
            </a:r>
            <a:r>
              <a:rPr dirty="0" sz="1850" spc="-6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táng</a:t>
            </a:r>
            <a:r>
              <a:rPr dirty="0" sz="1850" spc="-6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khien</a:t>
            </a:r>
            <a:r>
              <a:rPr dirty="0" sz="1850" spc="45">
                <a:latin typeface="Arial MT"/>
                <a:cs typeface="Arial MT"/>
              </a:rPr>
              <a:t> </a:t>
            </a:r>
            <a:r>
              <a:rPr dirty="0" sz="1850" spc="-20">
                <a:latin typeface="Arial MT"/>
                <a:cs typeface="Arial MT"/>
              </a:rPr>
              <a:t>viec </a:t>
            </a:r>
            <a:r>
              <a:rPr dirty="0" sz="1850">
                <a:latin typeface="Arial MT"/>
                <a:cs typeface="Arial MT"/>
              </a:rPr>
              <a:t>theo</a:t>
            </a:r>
            <a:r>
              <a:rPr dirty="0" sz="1850" spc="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dõi</a:t>
            </a:r>
            <a:r>
              <a:rPr dirty="0" sz="1850" spc="60">
                <a:latin typeface="Arial MT"/>
                <a:cs typeface="Arial MT"/>
              </a:rPr>
              <a:t> </a:t>
            </a:r>
            <a:r>
              <a:rPr dirty="0" sz="1850" spc="-65">
                <a:latin typeface="Arial MT"/>
                <a:cs typeface="Arial MT"/>
              </a:rPr>
              <a:t>và</a:t>
            </a:r>
            <a:r>
              <a:rPr dirty="0" sz="1850" spc="-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tong </a:t>
            </a:r>
            <a:r>
              <a:rPr dirty="0" sz="1850" spc="-145">
                <a:latin typeface="Arial MT"/>
                <a:cs typeface="Arial MT"/>
              </a:rPr>
              <a:t>he</a:t>
            </a:r>
            <a:r>
              <a:rPr dirty="0" sz="1850" spc="-21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</a:t>
            </a:r>
            <a:r>
              <a:rPr dirty="0" sz="1850" spc="5"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kit</a:t>
            </a: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-10">
                <a:latin typeface="Arial MT"/>
                <a:cs typeface="Arial MT"/>
              </a:rPr>
              <a:t>quà</a:t>
            </a:r>
            <a:r>
              <a:rPr dirty="0" sz="1850" spc="-6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gàp</a:t>
            </a:r>
            <a:r>
              <a:rPr dirty="0" sz="1850" spc="-8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nhieu</a:t>
            </a:r>
            <a:r>
              <a:rPr dirty="0" sz="1850" spc="-9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khó</a:t>
            </a:r>
            <a:r>
              <a:rPr dirty="0" sz="1850" spc="-13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khàn.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107384" y="9439980"/>
            <a:ext cx="123571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114">
                <a:latin typeface="Arial MT"/>
                <a:cs typeface="Arial MT"/>
              </a:rPr>
              <a:t> 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1700" y="2374900"/>
            <a:ext cx="8661400" cy="5676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9000" y="3022600"/>
            <a:ext cx="876300" cy="355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0800" y="444499"/>
            <a:ext cx="9869805" cy="14700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775"/>
              </a:lnSpc>
              <a:spcBef>
                <a:spcPts val="100"/>
              </a:spcBef>
            </a:pPr>
            <a:r>
              <a:rPr dirty="0" sz="5000" spc="75">
                <a:latin typeface="Cambria"/>
                <a:cs typeface="Cambria"/>
              </a:rPr>
              <a:t>Gánh</a:t>
            </a:r>
            <a:r>
              <a:rPr dirty="0" sz="5000" spc="-250">
                <a:latin typeface="Cambria"/>
                <a:cs typeface="Cambria"/>
              </a:rPr>
              <a:t> </a:t>
            </a:r>
            <a:r>
              <a:rPr dirty="0" sz="5000" spc="-155">
                <a:latin typeface="Cambria"/>
                <a:cs typeface="Cambria"/>
              </a:rPr>
              <a:t>N3ng </a:t>
            </a:r>
            <a:r>
              <a:rPr dirty="0" sz="5000" spc="130">
                <a:latin typeface="Cambria"/>
                <a:cs typeface="Cambria"/>
              </a:rPr>
              <a:t>Cúa</a:t>
            </a:r>
            <a:r>
              <a:rPr dirty="0" sz="5000" spc="-400">
                <a:latin typeface="Cambria"/>
                <a:cs typeface="Cambria"/>
              </a:rPr>
              <a:t> </a:t>
            </a:r>
            <a:r>
              <a:rPr dirty="0" sz="5000" spc="65">
                <a:latin typeface="Cambria"/>
                <a:cs typeface="Cambria"/>
              </a:rPr>
              <a:t>Giáo</a:t>
            </a:r>
            <a:r>
              <a:rPr dirty="0" sz="5000" spc="-365">
                <a:latin typeface="Cambria"/>
                <a:cs typeface="Cambria"/>
              </a:rPr>
              <a:t> </a:t>
            </a:r>
            <a:r>
              <a:rPr dirty="0" sz="5000" spc="-20">
                <a:latin typeface="Cambria"/>
                <a:cs typeface="Cambria"/>
              </a:rPr>
              <a:t>Viên:</a:t>
            </a:r>
            <a:endParaRPr sz="5000">
              <a:latin typeface="Cambria"/>
              <a:cs typeface="Cambria"/>
            </a:endParaRPr>
          </a:p>
          <a:p>
            <a:pPr marL="22225">
              <a:lnSpc>
                <a:spcPts val="5595"/>
              </a:lnSpc>
            </a:pPr>
            <a:r>
              <a:rPr dirty="0" sz="4850" spc="110">
                <a:latin typeface="Cambria"/>
                <a:cs typeface="Cambria"/>
              </a:rPr>
              <a:t>Áp</a:t>
            </a:r>
            <a:r>
              <a:rPr dirty="0" sz="4850" spc="-380">
                <a:latin typeface="Cambria"/>
                <a:cs typeface="Cambria"/>
              </a:rPr>
              <a:t> </a:t>
            </a:r>
            <a:r>
              <a:rPr dirty="0" sz="4850" spc="235">
                <a:latin typeface="Cambria"/>
                <a:cs typeface="Cambria"/>
              </a:rPr>
              <a:t>Lyc</a:t>
            </a:r>
            <a:r>
              <a:rPr dirty="0" sz="4850" spc="-325">
                <a:latin typeface="Cambria"/>
                <a:cs typeface="Cambria"/>
              </a:rPr>
              <a:t> </a:t>
            </a:r>
            <a:r>
              <a:rPr dirty="0" sz="4850">
                <a:latin typeface="Cambria"/>
                <a:cs typeface="Cambria"/>
              </a:rPr>
              <a:t>Thõi</a:t>
            </a:r>
            <a:r>
              <a:rPr dirty="0" sz="4850" spc="-240">
                <a:latin typeface="Cambria"/>
                <a:cs typeface="Cambria"/>
              </a:rPr>
              <a:t> </a:t>
            </a:r>
            <a:r>
              <a:rPr dirty="0" sz="4850" spc="65">
                <a:latin typeface="Cambria"/>
                <a:cs typeface="Cambria"/>
              </a:rPr>
              <a:t>Gian</a:t>
            </a:r>
            <a:r>
              <a:rPr dirty="0" sz="4850" spc="-185">
                <a:latin typeface="Cambria"/>
                <a:cs typeface="Cambria"/>
              </a:rPr>
              <a:t> </a:t>
            </a:r>
            <a:r>
              <a:rPr dirty="0" sz="4850" spc="-80">
                <a:latin typeface="Cambria"/>
                <a:cs typeface="Cambria"/>
              </a:rPr>
              <a:t>và</a:t>
            </a:r>
            <a:r>
              <a:rPr dirty="0" sz="4850" spc="-360">
                <a:latin typeface="Cambria"/>
                <a:cs typeface="Cambria"/>
              </a:rPr>
              <a:t> </a:t>
            </a:r>
            <a:r>
              <a:rPr dirty="0" sz="4850">
                <a:latin typeface="Cambria"/>
                <a:cs typeface="Cambria"/>
              </a:rPr>
              <a:t>Công</a:t>
            </a:r>
            <a:r>
              <a:rPr dirty="0" sz="4850" spc="-135">
                <a:latin typeface="Cambria"/>
                <a:cs typeface="Cambria"/>
              </a:rPr>
              <a:t> </a:t>
            </a:r>
            <a:r>
              <a:rPr dirty="0" sz="4850" spc="-150">
                <a:latin typeface="Cambria"/>
                <a:cs typeface="Cambria"/>
              </a:rPr>
              <a:t>ViÇc</a:t>
            </a:r>
            <a:r>
              <a:rPr dirty="0" sz="4850" spc="-170">
                <a:latin typeface="Cambria"/>
                <a:cs typeface="Cambria"/>
              </a:rPr>
              <a:t> </a:t>
            </a:r>
            <a:r>
              <a:rPr dirty="0" sz="4850" spc="-90">
                <a:latin typeface="Cambria"/>
                <a:cs typeface="Cambria"/>
              </a:rPr>
              <a:t>L3p</a:t>
            </a:r>
            <a:r>
              <a:rPr dirty="0" sz="4850" spc="-305">
                <a:latin typeface="Cambria"/>
                <a:cs typeface="Cambria"/>
              </a:rPr>
              <a:t> </a:t>
            </a:r>
            <a:r>
              <a:rPr dirty="0" sz="4850" spc="-25">
                <a:latin typeface="Cambria"/>
                <a:cs typeface="Cambria"/>
              </a:rPr>
              <a:t>Ldi</a:t>
            </a:r>
            <a:endParaRPr sz="48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09077" y="2935816"/>
            <a:ext cx="3013075" cy="1195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1435">
              <a:lnSpc>
                <a:spcPts val="3929"/>
              </a:lnSpc>
              <a:spcBef>
                <a:spcPts val="130"/>
              </a:spcBef>
            </a:pPr>
            <a:r>
              <a:rPr dirty="0" sz="3300" spc="-20">
                <a:solidFill>
                  <a:srgbClr val="073652"/>
                </a:solidFill>
                <a:latin typeface="Arial MT"/>
                <a:cs typeface="Arial MT"/>
              </a:rPr>
              <a:t>40</a:t>
            </a:r>
            <a:r>
              <a:rPr dirty="0" sz="1850" spc="-20">
                <a:solidFill>
                  <a:srgbClr val="073652"/>
                </a:solidFill>
                <a:latin typeface="Arial MT"/>
                <a:cs typeface="Arial MT"/>
              </a:rPr>
              <a:t>O</a:t>
            </a:r>
            <a:r>
              <a:rPr dirty="0" sz="3300" spc="-20">
                <a:solidFill>
                  <a:srgbClr val="073652"/>
                </a:solidFill>
                <a:latin typeface="Arial MT"/>
                <a:cs typeface="Arial MT"/>
              </a:rPr>
              <a:t>á</a:t>
            </a:r>
            <a:endParaRPr sz="3300">
              <a:latin typeface="Arial MT"/>
              <a:cs typeface="Arial MT"/>
            </a:endParaRPr>
          </a:p>
          <a:p>
            <a:pPr marL="149860">
              <a:lnSpc>
                <a:spcPts val="2575"/>
              </a:lnSpc>
            </a:pPr>
            <a:r>
              <a:rPr dirty="0" sz="2300" spc="-65">
                <a:latin typeface="Arial MT"/>
                <a:cs typeface="Arial MT"/>
              </a:rPr>
              <a:t>Mát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120">
                <a:latin typeface="Arial MT"/>
                <a:cs typeface="Arial MT"/>
              </a:rPr>
              <a:t>nhieu</a:t>
            </a:r>
            <a:r>
              <a:rPr dirty="0" sz="2300" spc="-130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thõi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120">
                <a:latin typeface="Arial MT"/>
                <a:cs typeface="Arial MT"/>
              </a:rPr>
              <a:t>gian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35">
                <a:latin typeface="Arial MT"/>
                <a:cs typeface="Arial MT"/>
              </a:rPr>
              <a:t>giao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ts val="2665"/>
              </a:lnSpc>
            </a:pPr>
            <a:r>
              <a:rPr dirty="0" sz="2350" spc="-120">
                <a:latin typeface="Arial MT"/>
                <a:cs typeface="Arial MT"/>
              </a:rPr>
              <a:t>bài,</a:t>
            </a:r>
            <a:r>
              <a:rPr dirty="0" sz="2350" spc="-125">
                <a:latin typeface="Arial MT"/>
                <a:cs typeface="Arial MT"/>
              </a:rPr>
              <a:t> </a:t>
            </a:r>
            <a:r>
              <a:rPr dirty="0" sz="2350" spc="-180">
                <a:latin typeface="Arial MT"/>
                <a:cs typeface="Arial MT"/>
              </a:rPr>
              <a:t>chám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 spc="-114">
                <a:latin typeface="Arial MT"/>
                <a:cs typeface="Arial MT"/>
              </a:rPr>
              <a:t>bài</a:t>
            </a:r>
            <a:r>
              <a:rPr dirty="0" sz="2350" spc="-150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và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180">
                <a:latin typeface="Arial MT"/>
                <a:cs typeface="Arial MT"/>
              </a:rPr>
              <a:t>nhan</a:t>
            </a:r>
            <a:r>
              <a:rPr dirty="0" sz="2350" spc="35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xét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55481" y="4486627"/>
            <a:ext cx="979169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45">
                <a:latin typeface="Arial MT"/>
                <a:cs typeface="Arial MT"/>
              </a:rPr>
              <a:t>Grading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07424" y="7330369"/>
            <a:ext cx="1955164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20">
                <a:latin typeface="Arial MT"/>
                <a:cs typeface="Arial MT"/>
              </a:rPr>
              <a:t>Communicating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218405" y="4495447"/>
            <a:ext cx="10998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latin typeface="Arial MT"/>
                <a:cs typeface="Arial MT"/>
              </a:rPr>
              <a:t>Planning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564172" y="3445227"/>
            <a:ext cx="2496820" cy="99949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just" marL="15240" marR="5080" indent="-3175">
              <a:lnSpc>
                <a:spcPts val="2500"/>
              </a:lnSpc>
              <a:spcBef>
                <a:spcPts val="320"/>
              </a:spcBef>
            </a:pPr>
            <a:r>
              <a:rPr dirty="0" sz="2200" spc="-215">
                <a:latin typeface="Arial MT"/>
                <a:cs typeface="Arial MT"/>
              </a:rPr>
              <a:t>Quá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tái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 spc="-55">
                <a:latin typeface="Arial MT"/>
                <a:cs typeface="Arial MT"/>
              </a:rPr>
              <a:t>khi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phài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35">
                <a:latin typeface="Arial MT"/>
                <a:cs typeface="Arial MT"/>
              </a:rPr>
              <a:t>soan </a:t>
            </a:r>
            <a:r>
              <a:rPr dirty="0" sz="2200" spc="-30">
                <a:latin typeface="Arial MT"/>
                <a:cs typeface="Arial MT"/>
              </a:rPr>
              <a:t>giáo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90">
                <a:latin typeface="Arial MT"/>
                <a:cs typeface="Arial MT"/>
              </a:rPr>
              <a:t>án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25">
                <a:latin typeface="Arial MT"/>
                <a:cs typeface="Arial MT"/>
              </a:rPr>
              <a:t>và</a:t>
            </a:r>
            <a:r>
              <a:rPr dirty="0" sz="2200" spc="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tài</a:t>
            </a:r>
            <a:r>
              <a:rPr dirty="0" sz="2200" spc="-14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Ii§u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cá </a:t>
            </a:r>
            <a:r>
              <a:rPr dirty="0" sz="2200" spc="-95">
                <a:latin typeface="Arial MT"/>
                <a:cs typeface="Arial MT"/>
              </a:rPr>
              <a:t>nhân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hóa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96429" y="5840941"/>
            <a:ext cx="2878455" cy="1590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225">
              <a:lnSpc>
                <a:spcPts val="4620"/>
              </a:lnSpc>
              <a:spcBef>
                <a:spcPts val="105"/>
              </a:spcBef>
            </a:pPr>
            <a:r>
              <a:rPr dirty="0" sz="3950" spc="-295">
                <a:solidFill>
                  <a:srgbClr val="083148"/>
                </a:solidFill>
                <a:latin typeface="Arial MT"/>
                <a:cs typeface="Arial MT"/>
              </a:rPr>
              <a:t>30%</a:t>
            </a:r>
            <a:endParaRPr sz="3950">
              <a:latin typeface="Arial MT"/>
              <a:cs typeface="Arial MT"/>
            </a:endParaRPr>
          </a:p>
          <a:p>
            <a:pPr marL="12700" marR="5080" indent="14604">
              <a:lnSpc>
                <a:spcPts val="2500"/>
              </a:lnSpc>
              <a:spcBef>
                <a:spcPts val="229"/>
              </a:spcBef>
            </a:pPr>
            <a:r>
              <a:rPr dirty="0" sz="2350" spc="-260">
                <a:latin typeface="Arial MT"/>
                <a:cs typeface="Arial MT"/>
              </a:rPr>
              <a:t>G$p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 spc="-165">
                <a:latin typeface="Arial MT"/>
                <a:cs typeface="Arial MT"/>
              </a:rPr>
              <a:t>khó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 spc="-160">
                <a:latin typeface="Arial MT"/>
                <a:cs typeface="Arial MT"/>
              </a:rPr>
              <a:t>khán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 spc="-100">
                <a:latin typeface="Arial MT"/>
                <a:cs typeface="Arial MT"/>
              </a:rPr>
              <a:t>trong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viec </a:t>
            </a:r>
            <a:r>
              <a:rPr dirty="0" sz="2350" spc="-105">
                <a:latin typeface="Arial MT"/>
                <a:cs typeface="Arial MT"/>
              </a:rPr>
              <a:t>theo</a:t>
            </a:r>
            <a:r>
              <a:rPr dirty="0" sz="2350" spc="-100">
                <a:latin typeface="Arial MT"/>
                <a:cs typeface="Arial MT"/>
              </a:rPr>
              <a:t> </a:t>
            </a:r>
            <a:r>
              <a:rPr dirty="0" sz="2350" spc="-105">
                <a:latin typeface="Arial MT"/>
                <a:cs typeface="Arial MT"/>
              </a:rPr>
              <a:t>dõi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 spc="-85">
                <a:latin typeface="Arial MT"/>
                <a:cs typeface="Arial MT"/>
              </a:rPr>
              <a:t>tién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 spc="-114">
                <a:latin typeface="Arial MT"/>
                <a:cs typeface="Arial MT"/>
              </a:rPr>
              <a:t>do</a:t>
            </a:r>
            <a:r>
              <a:rPr dirty="0" sz="2350" spc="-100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và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tinh </a:t>
            </a:r>
            <a:r>
              <a:rPr dirty="0" sz="2300" spc="-100">
                <a:latin typeface="Arial MT"/>
                <a:cs typeface="Arial MT"/>
              </a:rPr>
              <a:t>trang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50">
                <a:latin typeface="Arial MT"/>
                <a:cs typeface="Arial MT"/>
              </a:rPr>
              <a:t>nop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bài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36966" y="7330369"/>
            <a:ext cx="222694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30">
                <a:latin typeface="Arial MT"/>
                <a:cs typeface="Arial MT"/>
              </a:rPr>
              <a:t>Tracking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140">
                <a:latin typeface="Arial MT"/>
                <a:cs typeface="Arial MT"/>
              </a:rPr>
              <a:t>Progress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97778" y="8327319"/>
            <a:ext cx="12025630" cy="108204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996950" marR="5080" indent="-984885">
              <a:lnSpc>
                <a:spcPts val="3900"/>
              </a:lnSpc>
              <a:spcBef>
                <a:spcPts val="660"/>
              </a:spcBef>
              <a:tabLst>
                <a:tab pos="5137150" algn="l"/>
                <a:tab pos="9148445" algn="l"/>
              </a:tabLst>
            </a:pPr>
            <a:r>
              <a:rPr dirty="0" sz="3650" spc="-355" i="1">
                <a:latin typeface="Arial"/>
                <a:cs typeface="Arial"/>
              </a:rPr>
              <a:t>Giäo</a:t>
            </a:r>
            <a:r>
              <a:rPr dirty="0" sz="3650" spc="260" i="1">
                <a:latin typeface="Arial"/>
                <a:cs typeface="Arial"/>
              </a:rPr>
              <a:t> </a:t>
            </a:r>
            <a:r>
              <a:rPr dirty="0" sz="3650" spc="-245">
                <a:latin typeface="Arial MT"/>
                <a:cs typeface="Arial MT"/>
              </a:rPr>
              <a:t>viênthïê'u</a:t>
            </a:r>
            <a:r>
              <a:rPr dirty="0" sz="3650" spc="-45">
                <a:latin typeface="Arial MT"/>
                <a:cs typeface="Arial MT"/>
              </a:rPr>
              <a:t> </a:t>
            </a:r>
            <a:r>
              <a:rPr dirty="0" sz="3650" spc="-160" i="1">
                <a:latin typeface="Arial"/>
                <a:cs typeface="Arial"/>
              </a:rPr>
              <a:t>mÏ;t</a:t>
            </a:r>
            <a:r>
              <a:rPr dirty="0" sz="3650" spc="-85" i="1">
                <a:latin typeface="Arial"/>
                <a:cs typeface="Arial"/>
              </a:rPr>
              <a:t> </a:t>
            </a:r>
            <a:r>
              <a:rPr dirty="0" sz="3650" spc="-285" i="1">
                <a:latin typeface="Arial"/>
                <a:cs typeface="Arial"/>
              </a:rPr>
              <a:t>cöng</a:t>
            </a:r>
            <a:r>
              <a:rPr dirty="0" sz="3650" spc="50" i="1">
                <a:latin typeface="Arial"/>
                <a:cs typeface="Arial"/>
              </a:rPr>
              <a:t> </a:t>
            </a:r>
            <a:r>
              <a:rPr dirty="0" sz="3650" spc="-25" i="1">
                <a:latin typeface="Arial"/>
                <a:cs typeface="Arial"/>
              </a:rPr>
              <a:t>c;</a:t>
            </a:r>
            <a:r>
              <a:rPr dirty="0" sz="3650" i="1">
                <a:latin typeface="Arial"/>
                <a:cs typeface="Arial"/>
              </a:rPr>
              <a:t>	</a:t>
            </a:r>
            <a:r>
              <a:rPr dirty="0" sz="3650" spc="-229" i="1">
                <a:latin typeface="Arial"/>
                <a:cs typeface="Arial"/>
              </a:rPr>
              <a:t>thong</a:t>
            </a:r>
            <a:r>
              <a:rPr dirty="0" sz="3650" spc="-20" i="1">
                <a:latin typeface="Arial"/>
                <a:cs typeface="Arial"/>
              </a:rPr>
              <a:t> </a:t>
            </a:r>
            <a:r>
              <a:rPr dirty="0" sz="3650" spc="-254" i="1">
                <a:latin typeface="Arial"/>
                <a:cs typeface="Arial"/>
              </a:rPr>
              <a:t>nhat</a:t>
            </a:r>
            <a:r>
              <a:rPr dirty="0" sz="3650" spc="-125" i="1">
                <a:latin typeface="Arial"/>
                <a:cs typeface="Arial"/>
              </a:rPr>
              <a:t> </a:t>
            </a:r>
            <a:r>
              <a:rPr dirty="0" sz="3650" spc="-204" i="1">
                <a:latin typeface="Arial"/>
                <a:cs typeface="Arial"/>
              </a:rPr>
              <a:t>de</a:t>
            </a:r>
            <a:r>
              <a:rPr dirty="0" sz="3650" spc="-285" i="1">
                <a:latin typeface="Arial"/>
                <a:cs typeface="Arial"/>
              </a:rPr>
              <a:t> </a:t>
            </a:r>
            <a:r>
              <a:rPr dirty="0" sz="3650" spc="-310" i="1">
                <a:latin typeface="Arial"/>
                <a:cs typeface="Arial"/>
              </a:rPr>
              <a:t>quèn</a:t>
            </a:r>
            <a:r>
              <a:rPr dirty="0" sz="3650" spc="-80" i="1">
                <a:latin typeface="Arial"/>
                <a:cs typeface="Arial"/>
              </a:rPr>
              <a:t> </a:t>
            </a:r>
            <a:r>
              <a:rPr dirty="0" sz="3650" spc="-25" i="1">
                <a:latin typeface="Arial"/>
                <a:cs typeface="Arial"/>
              </a:rPr>
              <a:t>Ij</a:t>
            </a:r>
            <a:r>
              <a:rPr dirty="0" sz="3650" i="1">
                <a:latin typeface="Arial"/>
                <a:cs typeface="Arial"/>
              </a:rPr>
              <a:t>	</a:t>
            </a:r>
            <a:r>
              <a:rPr dirty="0" sz="3650" spc="-254" i="1">
                <a:latin typeface="Arial"/>
                <a:cs typeface="Arial"/>
              </a:rPr>
              <a:t>bäi</a:t>
            </a:r>
            <a:r>
              <a:rPr dirty="0" sz="3650" spc="-50" i="1">
                <a:latin typeface="Arial"/>
                <a:cs typeface="Arial"/>
              </a:rPr>
              <a:t> </a:t>
            </a:r>
            <a:r>
              <a:rPr dirty="0" sz="3650" spc="-225" i="1">
                <a:latin typeface="Arial"/>
                <a:cs typeface="Arial"/>
              </a:rPr>
              <a:t>tÏ¡p,</a:t>
            </a:r>
            <a:r>
              <a:rPr dirty="0" sz="3650" spc="-245" i="1">
                <a:latin typeface="Arial"/>
                <a:cs typeface="Arial"/>
              </a:rPr>
              <a:t> </a:t>
            </a:r>
            <a:r>
              <a:rPr dirty="0" sz="3650" spc="-225" i="1">
                <a:latin typeface="Arial"/>
                <a:cs typeface="Arial"/>
              </a:rPr>
              <a:t>theo</a:t>
            </a:r>
            <a:r>
              <a:rPr dirty="0" sz="3650" spc="-65" i="1">
                <a:latin typeface="Arial"/>
                <a:cs typeface="Arial"/>
              </a:rPr>
              <a:t> </a:t>
            </a:r>
            <a:r>
              <a:rPr dirty="0" sz="3650" spc="-165" i="1">
                <a:latin typeface="Arial"/>
                <a:cs typeface="Arial"/>
              </a:rPr>
              <a:t>döi </a:t>
            </a:r>
            <a:r>
              <a:rPr dirty="0" sz="3650" spc="-175" i="1">
                <a:latin typeface="Arial"/>
                <a:cs typeface="Arial"/>
              </a:rPr>
              <a:t>tien </a:t>
            </a:r>
            <a:r>
              <a:rPr dirty="0" sz="3650" spc="-150" i="1">
                <a:latin typeface="Arial"/>
                <a:cs typeface="Arial"/>
              </a:rPr>
              <a:t>dÏ;</a:t>
            </a:r>
            <a:r>
              <a:rPr dirty="0" sz="3650" spc="-60" i="1">
                <a:latin typeface="Arial"/>
                <a:cs typeface="Arial"/>
              </a:rPr>
              <a:t> </a:t>
            </a:r>
            <a:r>
              <a:rPr dirty="0" sz="3650" spc="-295" i="1">
                <a:latin typeface="Arial"/>
                <a:cs typeface="Arial"/>
              </a:rPr>
              <a:t>hgc</a:t>
            </a:r>
            <a:r>
              <a:rPr dirty="0" sz="3650" spc="-75" i="1">
                <a:latin typeface="Arial"/>
                <a:cs typeface="Arial"/>
              </a:rPr>
              <a:t> </a:t>
            </a:r>
            <a:r>
              <a:rPr dirty="0" sz="3650" spc="-229" i="1">
                <a:latin typeface="Arial"/>
                <a:cs typeface="Arial"/>
              </a:rPr>
              <a:t>sinh</a:t>
            </a:r>
            <a:r>
              <a:rPr dirty="0" sz="3650" spc="-120" i="1">
                <a:latin typeface="Arial"/>
                <a:cs typeface="Arial"/>
              </a:rPr>
              <a:t> </a:t>
            </a:r>
            <a:r>
              <a:rPr dirty="0" sz="3650" spc="-315" i="1">
                <a:latin typeface="Arial"/>
                <a:cs typeface="Arial"/>
              </a:rPr>
              <a:t>vä</a:t>
            </a:r>
            <a:r>
              <a:rPr dirty="0" sz="3650" spc="-80" i="1">
                <a:latin typeface="Arial"/>
                <a:cs typeface="Arial"/>
              </a:rPr>
              <a:t> </a:t>
            </a:r>
            <a:r>
              <a:rPr dirty="0" sz="3650" spc="-240" i="1">
                <a:latin typeface="Arial"/>
                <a:cs typeface="Arial"/>
              </a:rPr>
              <a:t>töng</a:t>
            </a:r>
            <a:r>
              <a:rPr dirty="0" sz="3650" spc="-50" i="1">
                <a:latin typeface="Arial"/>
                <a:cs typeface="Arial"/>
              </a:rPr>
              <a:t> </a:t>
            </a:r>
            <a:r>
              <a:rPr dirty="0" sz="3650" spc="-484" i="1">
                <a:latin typeface="Arial"/>
                <a:cs typeface="Arial"/>
              </a:rPr>
              <a:t>hi¿p</a:t>
            </a:r>
            <a:r>
              <a:rPr dirty="0" sz="3650" spc="-25" i="1">
                <a:latin typeface="Arial"/>
                <a:cs typeface="Arial"/>
              </a:rPr>
              <a:t> </a:t>
            </a:r>
            <a:r>
              <a:rPr dirty="0" sz="3650" spc="-310" i="1">
                <a:latin typeface="Arial"/>
                <a:cs typeface="Arial"/>
              </a:rPr>
              <a:t>bäo</a:t>
            </a:r>
            <a:r>
              <a:rPr dirty="0" sz="3650" spc="-105" i="1">
                <a:latin typeface="Arial"/>
                <a:cs typeface="Arial"/>
              </a:rPr>
              <a:t> </a:t>
            </a:r>
            <a:r>
              <a:rPr dirty="0" sz="3650" spc="-280" i="1">
                <a:latin typeface="Arial"/>
                <a:cs typeface="Arial"/>
              </a:rPr>
              <a:t>cäo</a:t>
            </a:r>
            <a:r>
              <a:rPr dirty="0" sz="3650" spc="-20" i="1">
                <a:latin typeface="Arial"/>
                <a:cs typeface="Arial"/>
              </a:rPr>
              <a:t> </a:t>
            </a:r>
            <a:r>
              <a:rPr dirty="0" sz="3650" spc="-160" i="1">
                <a:latin typeface="Arial"/>
                <a:cs typeface="Arial"/>
              </a:rPr>
              <a:t>mÏ;t</a:t>
            </a:r>
            <a:r>
              <a:rPr dirty="0" sz="3650" spc="-100" i="1">
                <a:latin typeface="Arial"/>
                <a:cs typeface="Arial"/>
              </a:rPr>
              <a:t> </a:t>
            </a:r>
            <a:r>
              <a:rPr dirty="0" sz="3650" spc="-275" i="1">
                <a:latin typeface="Arial"/>
                <a:cs typeface="Arial"/>
              </a:rPr>
              <a:t>cäch</a:t>
            </a:r>
            <a:r>
              <a:rPr dirty="0" sz="3650" spc="-90" i="1">
                <a:latin typeface="Arial"/>
                <a:cs typeface="Arial"/>
              </a:rPr>
              <a:t> </a:t>
            </a:r>
            <a:r>
              <a:rPr dirty="0" sz="3650" spc="-10" i="1">
                <a:latin typeface="Arial"/>
                <a:cs typeface="Arial"/>
              </a:rPr>
              <a:t>t¿dÏ;ng.</a:t>
            </a:r>
            <a:endParaRPr sz="3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100" y="6985000"/>
            <a:ext cx="1104900" cy="1104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6100" y="6985000"/>
            <a:ext cx="1143000" cy="1104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77900" y="6985000"/>
            <a:ext cx="1168400" cy="1104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2300" y="3276600"/>
            <a:ext cx="6070600" cy="3314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837565">
              <a:lnSpc>
                <a:spcPct val="100000"/>
              </a:lnSpc>
              <a:spcBef>
                <a:spcPts val="120"/>
              </a:spcBef>
            </a:pPr>
            <a:r>
              <a:rPr dirty="0" sz="4700" spc="50">
                <a:solidFill>
                  <a:srgbClr val="0C0C0C"/>
                </a:solidFill>
                <a:latin typeface="Cambria"/>
                <a:cs typeface="Cambria"/>
              </a:rPr>
              <a:t>Giài</a:t>
            </a:r>
            <a:r>
              <a:rPr dirty="0" sz="4700" spc="-26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4700" spc="-35">
                <a:solidFill>
                  <a:srgbClr val="0E0E0E"/>
                </a:solidFill>
                <a:latin typeface="Cambria"/>
                <a:cs typeface="Cambria"/>
              </a:rPr>
              <a:t>Pháp</a:t>
            </a:r>
            <a:r>
              <a:rPr dirty="0" sz="4700" spc="-22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4700">
                <a:solidFill>
                  <a:srgbClr val="0C0C0C"/>
                </a:solidFill>
                <a:latin typeface="Cambria"/>
                <a:cs typeface="Cambria"/>
              </a:rPr>
              <a:t>Miqix:</a:t>
            </a:r>
            <a:r>
              <a:rPr dirty="0" sz="4700" spc="-24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4700" spc="-20">
                <a:solidFill>
                  <a:srgbClr val="0C0C0C"/>
                </a:solidFill>
                <a:latin typeface="Cambria"/>
                <a:cs typeface="Cambria"/>
              </a:rPr>
              <a:t>Nén</a:t>
            </a:r>
            <a:r>
              <a:rPr dirty="0" sz="4700" spc="-17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4700">
                <a:latin typeface="Cambria"/>
                <a:cs typeface="Cambria"/>
              </a:rPr>
              <a:t>Tàng</a:t>
            </a:r>
            <a:r>
              <a:rPr dirty="0" sz="4700" spc="-110">
                <a:latin typeface="Cambria"/>
                <a:cs typeface="Cambria"/>
              </a:rPr>
              <a:t> </a:t>
            </a:r>
            <a:r>
              <a:rPr dirty="0" sz="4700" spc="-95">
                <a:solidFill>
                  <a:srgbClr val="0C0C0C"/>
                </a:solidFill>
                <a:latin typeface="Cambria"/>
                <a:cs typeface="Cambria"/>
              </a:rPr>
              <a:t>Hpp</a:t>
            </a:r>
            <a:r>
              <a:rPr dirty="0" sz="4700" spc="-25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4700">
                <a:latin typeface="Cambria"/>
                <a:cs typeface="Cambria"/>
              </a:rPr>
              <a:t>Nhàt</a:t>
            </a:r>
            <a:r>
              <a:rPr dirty="0" sz="4700" spc="-15">
                <a:latin typeface="Cambria"/>
                <a:cs typeface="Cambria"/>
              </a:rPr>
              <a:t> </a:t>
            </a:r>
            <a:r>
              <a:rPr dirty="0" sz="4700">
                <a:latin typeface="Cambria"/>
                <a:cs typeface="Cambria"/>
              </a:rPr>
              <a:t>Tích</a:t>
            </a:r>
            <a:r>
              <a:rPr dirty="0" sz="4700" spc="-220">
                <a:latin typeface="Cambria"/>
                <a:cs typeface="Cambria"/>
              </a:rPr>
              <a:t> </a:t>
            </a:r>
            <a:r>
              <a:rPr dirty="0" sz="4700" spc="-95">
                <a:solidFill>
                  <a:srgbClr val="111111"/>
                </a:solidFill>
                <a:latin typeface="Cambria"/>
                <a:cs typeface="Cambria"/>
              </a:rPr>
              <a:t>Hpp</a:t>
            </a:r>
            <a:r>
              <a:rPr dirty="0" sz="4700" spc="-33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4700">
                <a:latin typeface="Cambria"/>
                <a:cs typeface="Cambria"/>
              </a:rPr>
              <a:t>Trp</a:t>
            </a:r>
            <a:r>
              <a:rPr dirty="0" sz="4700" spc="-400">
                <a:latin typeface="Cambria"/>
                <a:cs typeface="Cambria"/>
              </a:rPr>
              <a:t> </a:t>
            </a:r>
            <a:r>
              <a:rPr dirty="0" sz="4700" spc="370">
                <a:latin typeface="Cambria"/>
                <a:cs typeface="Cambria"/>
              </a:rPr>
              <a:t>LJÀo</a:t>
            </a:r>
            <a:endParaRPr sz="47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51717" y="1737782"/>
            <a:ext cx="11125200" cy="1168400"/>
          </a:xfrm>
          <a:prstGeom prst="rect">
            <a:avLst/>
          </a:prstGeom>
          <a:ln w="12700">
            <a:solidFill>
              <a:srgbClr val="6B5748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marL="1129030" marR="246379" indent="-828040">
              <a:lnSpc>
                <a:spcPts val="3200"/>
              </a:lnSpc>
              <a:spcBef>
                <a:spcPts val="1005"/>
              </a:spcBef>
              <a:tabLst>
                <a:tab pos="5854065" algn="l"/>
              </a:tabLst>
            </a:pPr>
            <a:r>
              <a:rPr dirty="0" sz="2750" spc="-45">
                <a:latin typeface="Arial MT"/>
                <a:cs typeface="Arial MT"/>
              </a:rPr>
              <a:t>Miqix</a:t>
            </a:r>
            <a:r>
              <a:rPr dirty="0" sz="2750" spc="-120">
                <a:latin typeface="Arial MT"/>
                <a:cs typeface="Arial MT"/>
              </a:rPr>
              <a:t> </a:t>
            </a:r>
            <a:r>
              <a:rPr dirty="0" sz="2750" spc="-215">
                <a:solidFill>
                  <a:srgbClr val="1C0100"/>
                </a:solidFill>
                <a:latin typeface="Arial MT"/>
                <a:cs typeface="Arial MT"/>
              </a:rPr>
              <a:t>Ià</a:t>
            </a:r>
            <a:r>
              <a:rPr dirty="0" sz="2750" spc="-35">
                <a:solidFill>
                  <a:srgbClr val="1C0100"/>
                </a:solidFill>
                <a:latin typeface="Arial MT"/>
                <a:cs typeface="Arial MT"/>
              </a:rPr>
              <a:t> </a:t>
            </a:r>
            <a:r>
              <a:rPr dirty="0" sz="2750" spc="-120">
                <a:solidFill>
                  <a:srgbClr val="130500"/>
                </a:solidFill>
                <a:latin typeface="Arial MT"/>
                <a:cs typeface="Arial MT"/>
              </a:rPr>
              <a:t>úng</a:t>
            </a:r>
            <a:r>
              <a:rPr dirty="0" sz="2750" spc="-130">
                <a:solidFill>
                  <a:srgbClr val="130500"/>
                </a:solidFill>
                <a:latin typeface="Arial MT"/>
                <a:cs typeface="Arial MT"/>
              </a:rPr>
              <a:t> </a:t>
            </a:r>
            <a:r>
              <a:rPr dirty="0" sz="2750" spc="-175">
                <a:solidFill>
                  <a:srgbClr val="1A0300"/>
                </a:solidFill>
                <a:latin typeface="Arial MT"/>
                <a:cs typeface="Arial MT"/>
              </a:rPr>
              <a:t>dung</a:t>
            </a:r>
            <a:r>
              <a:rPr dirty="0" sz="2750" spc="10">
                <a:solidFill>
                  <a:srgbClr val="1A0300"/>
                </a:solidFill>
                <a:latin typeface="Arial MT"/>
                <a:cs typeface="Arial MT"/>
              </a:rPr>
              <a:t> </a:t>
            </a:r>
            <a:r>
              <a:rPr dirty="0" sz="2750" spc="-275">
                <a:solidFill>
                  <a:srgbClr val="130100"/>
                </a:solidFill>
                <a:latin typeface="Arial MT"/>
                <a:cs typeface="Arial MT"/>
              </a:rPr>
              <a:t>web</a:t>
            </a:r>
            <a:r>
              <a:rPr dirty="0" sz="2750" spc="-60">
                <a:solidFill>
                  <a:srgbClr val="130100"/>
                </a:solidFill>
                <a:latin typeface="Arial MT"/>
                <a:cs typeface="Arial MT"/>
              </a:rPr>
              <a:t> </a:t>
            </a:r>
            <a:r>
              <a:rPr dirty="0" sz="2750" spc="-130">
                <a:latin typeface="Arial MT"/>
                <a:cs typeface="Arial MT"/>
              </a:rPr>
              <a:t>thông</a:t>
            </a:r>
            <a:r>
              <a:rPr dirty="0" sz="2750" spc="-35">
                <a:latin typeface="Arial MT"/>
                <a:cs typeface="Arial MT"/>
              </a:rPr>
              <a:t> </a:t>
            </a:r>
            <a:r>
              <a:rPr dirty="0" sz="2750" spc="-160">
                <a:solidFill>
                  <a:srgbClr val="1A0000"/>
                </a:solidFill>
                <a:latin typeface="Arial MT"/>
                <a:cs typeface="Arial MT"/>
              </a:rPr>
              <a:t>minh,</a:t>
            </a:r>
            <a:r>
              <a:rPr dirty="0" sz="2750" spc="-114">
                <a:solidFill>
                  <a:srgbClr val="1A0000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1A0300"/>
                </a:solidFill>
                <a:latin typeface="Arial MT"/>
                <a:cs typeface="Arial MT"/>
              </a:rPr>
              <a:t>hip</a:t>
            </a:r>
            <a:r>
              <a:rPr dirty="0" sz="2750">
                <a:solidFill>
                  <a:srgbClr val="1A0300"/>
                </a:solidFill>
                <a:latin typeface="Arial MT"/>
                <a:cs typeface="Arial MT"/>
              </a:rPr>
              <a:t>	</a:t>
            </a:r>
            <a:r>
              <a:rPr dirty="0" sz="2750" spc="-160">
                <a:solidFill>
                  <a:srgbClr val="160000"/>
                </a:solidFill>
                <a:latin typeface="Arial MT"/>
                <a:cs typeface="Arial MT"/>
              </a:rPr>
              <a:t>nhat</a:t>
            </a:r>
            <a:r>
              <a:rPr dirty="0" sz="2750" spc="70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750" spc="-204">
                <a:solidFill>
                  <a:srgbClr val="160300"/>
                </a:solidFill>
                <a:latin typeface="Arial MT"/>
                <a:cs typeface="Arial MT"/>
              </a:rPr>
              <a:t>các</a:t>
            </a:r>
            <a:r>
              <a:rPr dirty="0" sz="2750" spc="20">
                <a:solidFill>
                  <a:srgbClr val="160300"/>
                </a:solidFill>
                <a:latin typeface="Arial MT"/>
                <a:cs typeface="Arial MT"/>
              </a:rPr>
              <a:t> </a:t>
            </a:r>
            <a:r>
              <a:rPr dirty="0" sz="2750" spc="-185">
                <a:solidFill>
                  <a:srgbClr val="110000"/>
                </a:solidFill>
                <a:latin typeface="Arial MT"/>
                <a:cs typeface="Arial MT"/>
              </a:rPr>
              <a:t>công</a:t>
            </a:r>
            <a:r>
              <a:rPr dirty="0" sz="2750">
                <a:solidFill>
                  <a:srgbClr val="110000"/>
                </a:solidFill>
                <a:latin typeface="Arial MT"/>
                <a:cs typeface="Arial MT"/>
              </a:rPr>
              <a:t> </a:t>
            </a:r>
            <a:r>
              <a:rPr dirty="0" sz="2750" spc="-155">
                <a:solidFill>
                  <a:srgbClr val="130000"/>
                </a:solidFill>
                <a:latin typeface="Arial MT"/>
                <a:cs typeface="Arial MT"/>
              </a:rPr>
              <a:t>cu</a:t>
            </a:r>
            <a:r>
              <a:rPr dirty="0" sz="2750" spc="-160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750" spc="-210">
                <a:solidFill>
                  <a:srgbClr val="110300"/>
                </a:solidFill>
                <a:latin typeface="Arial MT"/>
                <a:cs typeface="Arial MT"/>
              </a:rPr>
              <a:t>quán</a:t>
            </a:r>
            <a:r>
              <a:rPr dirty="0" sz="2750" spc="-135">
                <a:solidFill>
                  <a:srgbClr val="110300"/>
                </a:solidFill>
                <a:latin typeface="Arial MT"/>
                <a:cs typeface="Arial MT"/>
              </a:rPr>
              <a:t> </a:t>
            </a:r>
            <a:r>
              <a:rPr dirty="0" sz="2750" spc="-185">
                <a:latin typeface="Arial MT"/>
                <a:cs typeface="Arial MT"/>
              </a:rPr>
              <a:t>Iy</a:t>
            </a:r>
            <a:r>
              <a:rPr dirty="0" sz="2750" spc="-30">
                <a:latin typeface="Arial MT"/>
                <a:cs typeface="Arial MT"/>
              </a:rPr>
              <a:t> </a:t>
            </a:r>
            <a:r>
              <a:rPr dirty="0" sz="2750" spc="-280">
                <a:solidFill>
                  <a:srgbClr val="050505"/>
                </a:solidFill>
                <a:latin typeface="Arial MT"/>
                <a:cs typeface="Arial MT"/>
              </a:rPr>
              <a:t>và</a:t>
            </a:r>
            <a:r>
              <a:rPr dirty="0" sz="2750" spc="-8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750" spc="-185">
                <a:solidFill>
                  <a:srgbClr val="1D0300"/>
                </a:solidFill>
                <a:latin typeface="Arial MT"/>
                <a:cs typeface="Arial MT"/>
              </a:rPr>
              <a:t>hoc</a:t>
            </a:r>
            <a:r>
              <a:rPr dirty="0" sz="2750" spc="-25">
                <a:solidFill>
                  <a:srgbClr val="1D0300"/>
                </a:solidFill>
                <a:latin typeface="Arial MT"/>
                <a:cs typeface="Arial MT"/>
              </a:rPr>
              <a:t> </a:t>
            </a:r>
            <a:r>
              <a:rPr dirty="0" sz="2750" spc="-75">
                <a:solidFill>
                  <a:srgbClr val="110000"/>
                </a:solidFill>
                <a:latin typeface="Arial MT"/>
                <a:cs typeface="Arial MT"/>
              </a:rPr>
              <a:t>tap, </a:t>
            </a:r>
            <a:r>
              <a:rPr dirty="0" sz="2750" spc="-160">
                <a:solidFill>
                  <a:srgbClr val="180100"/>
                </a:solidFill>
                <a:latin typeface="Arial MT"/>
                <a:cs typeface="Arial MT"/>
              </a:rPr>
              <a:t>giúp</a:t>
            </a:r>
            <a:r>
              <a:rPr dirty="0" sz="2750" spc="-35">
                <a:solidFill>
                  <a:srgbClr val="180100"/>
                </a:solidFill>
                <a:latin typeface="Arial MT"/>
                <a:cs typeface="Arial MT"/>
              </a:rPr>
              <a:t> </a:t>
            </a:r>
            <a:r>
              <a:rPr dirty="0" sz="2750" spc="-170">
                <a:solidFill>
                  <a:srgbClr val="130000"/>
                </a:solidFill>
                <a:latin typeface="Arial MT"/>
                <a:cs typeface="Arial MT"/>
              </a:rPr>
              <a:t>giám</a:t>
            </a:r>
            <a:r>
              <a:rPr dirty="0" sz="2750" spc="-20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750" spc="-80">
                <a:solidFill>
                  <a:srgbClr val="110000"/>
                </a:solidFill>
                <a:latin typeface="Arial MT"/>
                <a:cs typeface="Arial MT"/>
              </a:rPr>
              <a:t>tai</a:t>
            </a:r>
            <a:r>
              <a:rPr dirty="0" sz="2750" spc="-90">
                <a:solidFill>
                  <a:srgbClr val="110000"/>
                </a:solidFill>
                <a:latin typeface="Arial MT"/>
                <a:cs typeface="Arial MT"/>
              </a:rPr>
              <a:t> </a:t>
            </a:r>
            <a:r>
              <a:rPr dirty="0" sz="2750" spc="-185">
                <a:solidFill>
                  <a:srgbClr val="130000"/>
                </a:solidFill>
                <a:latin typeface="Arial MT"/>
                <a:cs typeface="Arial MT"/>
              </a:rPr>
              <a:t>cho</a:t>
            </a:r>
            <a:r>
              <a:rPr dirty="0" sz="2750" spc="-35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750" spc="-150">
                <a:solidFill>
                  <a:srgbClr val="130000"/>
                </a:solidFill>
                <a:latin typeface="Arial MT"/>
                <a:cs typeface="Arial MT"/>
              </a:rPr>
              <a:t>giáo</a:t>
            </a:r>
            <a:r>
              <a:rPr dirty="0" sz="2750" spc="25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750" spc="-185">
                <a:solidFill>
                  <a:srgbClr val="160300"/>
                </a:solidFill>
                <a:latin typeface="Arial MT"/>
                <a:cs typeface="Arial MT"/>
              </a:rPr>
              <a:t>viên</a:t>
            </a:r>
            <a:r>
              <a:rPr dirty="0" sz="2750" spc="-40">
                <a:solidFill>
                  <a:srgbClr val="160300"/>
                </a:solidFill>
                <a:latin typeface="Arial MT"/>
                <a:cs typeface="Arial MT"/>
              </a:rPr>
              <a:t> </a:t>
            </a:r>
            <a:r>
              <a:rPr dirty="0" sz="2750" spc="-280">
                <a:solidFill>
                  <a:srgbClr val="030303"/>
                </a:solidFill>
                <a:latin typeface="Arial MT"/>
                <a:cs typeface="Arial MT"/>
              </a:rPr>
              <a:t>và</a:t>
            </a:r>
            <a:r>
              <a:rPr dirty="0" sz="2750" spc="-15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750" spc="-100">
                <a:solidFill>
                  <a:srgbClr val="030303"/>
                </a:solidFill>
                <a:latin typeface="Arial MT"/>
                <a:cs typeface="Arial MT"/>
              </a:rPr>
              <a:t>trao</a:t>
            </a:r>
            <a:r>
              <a:rPr dirty="0" sz="2750" spc="-6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750" spc="-220">
                <a:solidFill>
                  <a:srgbClr val="1A0000"/>
                </a:solidFill>
                <a:latin typeface="Arial MT"/>
                <a:cs typeface="Arial MT"/>
              </a:rPr>
              <a:t>quyên</a:t>
            </a:r>
            <a:r>
              <a:rPr dirty="0" sz="2750" spc="-105">
                <a:solidFill>
                  <a:srgbClr val="1A0000"/>
                </a:solidFill>
                <a:latin typeface="Arial MT"/>
                <a:cs typeface="Arial MT"/>
              </a:rPr>
              <a:t> </a:t>
            </a:r>
            <a:r>
              <a:rPr dirty="0" sz="2750" spc="-160">
                <a:solidFill>
                  <a:srgbClr val="160000"/>
                </a:solidFill>
                <a:latin typeface="Arial MT"/>
                <a:cs typeface="Arial MT"/>
              </a:rPr>
              <a:t>chú</a:t>
            </a:r>
            <a:r>
              <a:rPr dirty="0" sz="2750" spc="-135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750" spc="-150">
                <a:solidFill>
                  <a:srgbClr val="130100"/>
                </a:solidFill>
                <a:latin typeface="Arial MT"/>
                <a:cs typeface="Arial MT"/>
              </a:rPr>
              <a:t>dong</a:t>
            </a:r>
            <a:r>
              <a:rPr dirty="0" sz="2750" spc="-130">
                <a:solidFill>
                  <a:srgbClr val="130100"/>
                </a:solidFill>
                <a:latin typeface="Arial MT"/>
                <a:cs typeface="Arial MT"/>
              </a:rPr>
              <a:t> </a:t>
            </a:r>
            <a:r>
              <a:rPr dirty="0" sz="2750" spc="-190">
                <a:solidFill>
                  <a:srgbClr val="150100"/>
                </a:solidFill>
                <a:latin typeface="Arial MT"/>
                <a:cs typeface="Arial MT"/>
              </a:rPr>
              <a:t>cho</a:t>
            </a:r>
            <a:r>
              <a:rPr dirty="0" sz="2750" spc="-30">
                <a:solidFill>
                  <a:srgbClr val="150100"/>
                </a:solidFill>
                <a:latin typeface="Arial MT"/>
                <a:cs typeface="Arial MT"/>
              </a:rPr>
              <a:t> </a:t>
            </a:r>
            <a:r>
              <a:rPr dirty="0" sz="2750" spc="-155">
                <a:solidFill>
                  <a:srgbClr val="160000"/>
                </a:solidFill>
                <a:latin typeface="Arial MT"/>
                <a:cs typeface="Arial MT"/>
              </a:rPr>
              <a:t>hgc</a:t>
            </a:r>
            <a:r>
              <a:rPr dirty="0" sz="2750" spc="45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80100"/>
                </a:solidFill>
                <a:latin typeface="Arial MT"/>
                <a:cs typeface="Arial MT"/>
              </a:rPr>
              <a:t>sinh.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17651" y="8213372"/>
            <a:ext cx="4328160" cy="83946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275"/>
              </a:lnSpc>
              <a:spcBef>
                <a:spcPts val="125"/>
              </a:spcBef>
            </a:pPr>
            <a:r>
              <a:rPr dirty="0" sz="2750" spc="-185">
                <a:latin typeface="Arial MT"/>
                <a:cs typeface="Arial MT"/>
              </a:rPr>
              <a:t>Véi</a:t>
            </a:r>
            <a:r>
              <a:rPr dirty="0" sz="2750" spc="-150">
                <a:latin typeface="Arial MT"/>
                <a:cs typeface="Arial MT"/>
              </a:rPr>
              <a:t> </a:t>
            </a:r>
            <a:r>
              <a:rPr dirty="0" sz="2750" spc="-310">
                <a:latin typeface="Arial MT"/>
                <a:cs typeface="Arial MT"/>
              </a:rPr>
              <a:t>Hee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 spc="-114">
                <a:latin typeface="Arial MT"/>
                <a:cs typeface="Arial MT"/>
              </a:rPr>
              <a:t>sinh:</a:t>
            </a:r>
            <a:r>
              <a:rPr dirty="0" sz="2750" spc="-160">
                <a:latin typeface="Arial MT"/>
                <a:cs typeface="Arial MT"/>
              </a:rPr>
              <a:t> </a:t>
            </a:r>
            <a:r>
              <a:rPr dirty="0" sz="2750" spc="-375">
                <a:latin typeface="Arial MT"/>
                <a:cs typeface="Arial MT"/>
              </a:rPr>
              <a:t>Ho</a:t>
            </a:r>
            <a:r>
              <a:rPr dirty="0" sz="2750" spc="-80">
                <a:latin typeface="Arial MT"/>
                <a:cs typeface="Arial MT"/>
              </a:rPr>
              <a:t> </a:t>
            </a:r>
            <a:r>
              <a:rPr dirty="0" sz="2750" spc="-55">
                <a:latin typeface="Arial MT"/>
                <a:cs typeface="Arial MT"/>
              </a:rPr>
              <a:t>trg</a:t>
            </a:r>
            <a:r>
              <a:rPr dirty="0" sz="2750" spc="-290">
                <a:latin typeface="Arial MT"/>
                <a:cs typeface="Arial MT"/>
              </a:rPr>
              <a:t> </a:t>
            </a:r>
            <a:r>
              <a:rPr dirty="0" sz="2750" spc="-295">
                <a:latin typeface="Arial MT"/>
                <a:cs typeface="Arial MT"/>
              </a:rPr>
              <a:t>Lgc</a:t>
            </a:r>
            <a:r>
              <a:rPr dirty="0" sz="2750" spc="30">
                <a:latin typeface="Arial MT"/>
                <a:cs typeface="Arial MT"/>
              </a:rPr>
              <a:t> </a:t>
            </a:r>
            <a:r>
              <a:rPr dirty="0" sz="2750" spc="-190">
                <a:latin typeface="Arial MT"/>
                <a:cs typeface="Arial MT"/>
              </a:rPr>
              <a:t>tap</a:t>
            </a:r>
            <a:r>
              <a:rPr dirty="0" sz="2750" spc="15">
                <a:latin typeface="Arial MT"/>
                <a:cs typeface="Arial MT"/>
              </a:rPr>
              <a:t> </a:t>
            </a:r>
            <a:r>
              <a:rPr dirty="0" sz="2750" spc="-300">
                <a:latin typeface="Arial MT"/>
                <a:cs typeface="Arial MT"/>
              </a:rPr>
              <a:t>chú</a:t>
            </a:r>
            <a:endParaRPr sz="2750">
              <a:latin typeface="Arial MT"/>
              <a:cs typeface="Arial MT"/>
            </a:endParaRPr>
          </a:p>
          <a:p>
            <a:pPr marL="154940">
              <a:lnSpc>
                <a:spcPts val="3095"/>
              </a:lnSpc>
            </a:pPr>
            <a:r>
              <a:rPr dirty="0" sz="2600" spc="-165">
                <a:latin typeface="Arial MT"/>
                <a:cs typeface="Arial MT"/>
              </a:rPr>
              <a:t>dong,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60">
                <a:latin typeface="Arial MT"/>
                <a:cs typeface="Arial MT"/>
              </a:rPr>
              <a:t>hieu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80">
                <a:latin typeface="Arial MT"/>
                <a:cs typeface="Arial MT"/>
              </a:rPr>
              <a:t>qua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295">
                <a:latin typeface="Arial MT"/>
                <a:cs typeface="Arial MT"/>
              </a:rPr>
              <a:t>và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có </a:t>
            </a:r>
            <a:r>
              <a:rPr dirty="0" sz="2600" spc="-215">
                <a:latin typeface="Arial MT"/>
                <a:cs typeface="Arial MT"/>
              </a:rPr>
              <a:t>he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thong.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80307" y="8213372"/>
            <a:ext cx="4634230" cy="83946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3275"/>
              </a:lnSpc>
              <a:spcBef>
                <a:spcPts val="125"/>
              </a:spcBef>
            </a:pPr>
            <a:r>
              <a:rPr dirty="0" sz="2750" spc="-210">
                <a:latin typeface="Arial MT"/>
                <a:cs typeface="Arial MT"/>
              </a:rPr>
              <a:t>Véi</a:t>
            </a:r>
            <a:r>
              <a:rPr dirty="0" sz="2750" spc="-105">
                <a:latin typeface="Arial MT"/>
                <a:cs typeface="Arial MT"/>
              </a:rPr>
              <a:t> </a:t>
            </a:r>
            <a:r>
              <a:rPr dirty="0" sz="2750" spc="-295">
                <a:latin typeface="Arial MT"/>
                <a:cs typeface="Arial MT"/>
              </a:rPr>
              <a:t>Giáo</a:t>
            </a:r>
            <a:r>
              <a:rPr dirty="0" sz="2750" spc="85">
                <a:latin typeface="Arial MT"/>
                <a:cs typeface="Arial MT"/>
              </a:rPr>
              <a:t> </a:t>
            </a:r>
            <a:r>
              <a:rPr dirty="0" sz="2750" spc="-150">
                <a:latin typeface="Arial MT"/>
                <a:cs typeface="Arial MT"/>
              </a:rPr>
              <a:t>viên: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 spc="-210">
                <a:latin typeface="Arial MT"/>
                <a:cs typeface="Arial MT"/>
              </a:rPr>
              <a:t>üuán</a:t>
            </a:r>
            <a:r>
              <a:rPr dirty="0" sz="2750" spc="-140">
                <a:latin typeface="Arial MT"/>
                <a:cs typeface="Arial MT"/>
              </a:rPr>
              <a:t> </a:t>
            </a:r>
            <a:r>
              <a:rPr dirty="0" sz="2750" spc="-245">
                <a:latin typeface="Arial MT"/>
                <a:cs typeface="Arial MT"/>
              </a:rPr>
              <a:t>Iy</a:t>
            </a:r>
            <a:r>
              <a:rPr dirty="0" sz="2750" spc="-130">
                <a:latin typeface="Arial MT"/>
                <a:cs typeface="Arial MT"/>
              </a:rPr>
              <a:t> </a:t>
            </a:r>
            <a:r>
              <a:rPr dirty="0" sz="2750" spc="-200">
                <a:latin typeface="Arial MT"/>
                <a:cs typeface="Arial MT"/>
              </a:rPr>
              <a:t>Ióp</a:t>
            </a:r>
            <a:r>
              <a:rPr dirty="0" sz="2750" spc="-110">
                <a:latin typeface="Arial MT"/>
                <a:cs typeface="Arial MT"/>
              </a:rPr>
              <a:t> </a:t>
            </a:r>
            <a:r>
              <a:rPr dirty="0" sz="2750" spc="-295">
                <a:latin typeface="Arial MT"/>
                <a:cs typeface="Arial MT"/>
              </a:rPr>
              <a:t>hgc</a:t>
            </a:r>
            <a:endParaRPr sz="2750">
              <a:latin typeface="Arial MT"/>
              <a:cs typeface="Arial MT"/>
            </a:endParaRPr>
          </a:p>
          <a:p>
            <a:pPr algn="ctr">
              <a:lnSpc>
                <a:spcPts val="3095"/>
              </a:lnSpc>
            </a:pPr>
            <a:r>
              <a:rPr dirty="0" sz="2600" spc="-145">
                <a:latin typeface="Arial MT"/>
                <a:cs typeface="Arial MT"/>
              </a:rPr>
              <a:t>hieu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25">
                <a:latin typeface="Arial MT"/>
                <a:cs typeface="Arial MT"/>
              </a:rPr>
              <a:t>quá,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90">
                <a:latin typeface="Arial MT"/>
                <a:cs typeface="Arial MT"/>
              </a:rPr>
              <a:t>giám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40">
                <a:latin typeface="Arial MT"/>
                <a:cs typeface="Arial MT"/>
              </a:rPr>
              <a:t>tái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155">
                <a:latin typeface="Arial MT"/>
                <a:cs typeface="Arial MT"/>
              </a:rPr>
              <a:t>cõng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45">
                <a:latin typeface="Arial MT"/>
                <a:cs typeface="Arial MT"/>
              </a:rPr>
              <a:t>viec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145">
                <a:latin typeface="Arial MT"/>
                <a:cs typeface="Arial MT"/>
              </a:rPr>
              <a:t>lap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Iai.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122309" y="8186914"/>
            <a:ext cx="4243705" cy="867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445"/>
              </a:lnSpc>
              <a:spcBef>
                <a:spcPts val="135"/>
              </a:spcBef>
            </a:pPr>
            <a:r>
              <a:rPr dirty="0" sz="2950" spc="-375">
                <a:latin typeface="Arial MT"/>
                <a:cs typeface="Arial MT"/>
              </a:rPr>
              <a:t>Cét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95">
                <a:latin typeface="Arial MT"/>
                <a:cs typeface="Arial MT"/>
              </a:rPr>
              <a:t>lói:</a:t>
            </a:r>
            <a:r>
              <a:rPr dirty="0" sz="2950" spc="-300">
                <a:latin typeface="Arial MT"/>
                <a:cs typeface="Arial MT"/>
              </a:rPr>
              <a:t> </a:t>
            </a:r>
            <a:r>
              <a:rPr dirty="0" sz="2950" spc="-570">
                <a:latin typeface="Arial MT"/>
                <a:cs typeface="Arial MT"/>
              </a:rPr>
              <a:t>Cá</a:t>
            </a:r>
            <a:r>
              <a:rPr dirty="0" sz="2950" spc="-85">
                <a:latin typeface="Arial MT"/>
                <a:cs typeface="Arial MT"/>
              </a:rPr>
              <a:t> </a:t>
            </a:r>
            <a:r>
              <a:rPr dirty="0" sz="2950" spc="-400">
                <a:latin typeface="Arial MT"/>
                <a:cs typeface="Arial MT"/>
              </a:rPr>
              <a:t>nhân</a:t>
            </a:r>
            <a:r>
              <a:rPr dirty="0" sz="2950" spc="-85">
                <a:latin typeface="Arial MT"/>
                <a:cs typeface="Arial MT"/>
              </a:rPr>
              <a:t> </a:t>
            </a:r>
            <a:r>
              <a:rPr dirty="0" sz="2950" spc="-400">
                <a:latin typeface="Arial MT"/>
                <a:cs typeface="Arial MT"/>
              </a:rPr>
              <a:t>hóa</a:t>
            </a:r>
            <a:r>
              <a:rPr dirty="0" sz="2950" spc="-35">
                <a:latin typeface="Arial MT"/>
                <a:cs typeface="Arial MT"/>
              </a:rPr>
              <a:t> </a:t>
            </a:r>
            <a:r>
              <a:rPr dirty="0" sz="2950" spc="-254">
                <a:latin typeface="Arial MT"/>
                <a:cs typeface="Arial MT"/>
              </a:rPr>
              <a:t>lô</a:t>
            </a:r>
            <a:r>
              <a:rPr dirty="0" sz="2950" spc="-155">
                <a:latin typeface="Arial MT"/>
                <a:cs typeface="Arial MT"/>
              </a:rPr>
              <a:t> </a:t>
            </a:r>
            <a:r>
              <a:rPr dirty="0" sz="2950" spc="-220">
                <a:latin typeface="Arial MT"/>
                <a:cs typeface="Arial MT"/>
              </a:rPr>
              <a:t>trinh</a:t>
            </a:r>
            <a:r>
              <a:rPr dirty="0" sz="2950" spc="-155">
                <a:latin typeface="Arial MT"/>
                <a:cs typeface="Arial MT"/>
              </a:rPr>
              <a:t> </a:t>
            </a:r>
            <a:r>
              <a:rPr dirty="0" sz="2950" spc="-390">
                <a:latin typeface="Arial MT"/>
                <a:cs typeface="Arial MT"/>
              </a:rPr>
              <a:t>hoc</a:t>
            </a:r>
            <a:endParaRPr sz="2950">
              <a:latin typeface="Arial MT"/>
              <a:cs typeface="Arial MT"/>
            </a:endParaRPr>
          </a:p>
          <a:p>
            <a:pPr algn="ctr" marL="36830">
              <a:lnSpc>
                <a:spcPts val="3145"/>
              </a:lnSpc>
            </a:pPr>
            <a:r>
              <a:rPr dirty="0" sz="2700" spc="-135">
                <a:latin typeface="Arial MT"/>
                <a:cs typeface="Arial MT"/>
              </a:rPr>
              <a:t>tap</a:t>
            </a:r>
            <a:r>
              <a:rPr dirty="0" sz="2700" spc="-125">
                <a:latin typeface="Arial MT"/>
                <a:cs typeface="Arial MT"/>
              </a:rPr>
              <a:t> </a:t>
            </a:r>
            <a:r>
              <a:rPr dirty="0" sz="2700" spc="-305">
                <a:latin typeface="Arial MT"/>
                <a:cs typeface="Arial MT"/>
              </a:rPr>
              <a:t>và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-254">
                <a:latin typeface="Arial MT"/>
                <a:cs typeface="Arial MT"/>
              </a:rPr>
              <a:t>duy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-40">
                <a:latin typeface="Arial MT"/>
                <a:cs typeface="Arial MT"/>
              </a:rPr>
              <a:t>tri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 spc="-229">
                <a:latin typeface="Arial MT"/>
                <a:cs typeface="Arial MT"/>
              </a:rPr>
              <a:t>dong</a:t>
            </a:r>
            <a:r>
              <a:rPr dirty="0" sz="2700" spc="45">
                <a:latin typeface="Arial MT"/>
                <a:cs typeface="Arial MT"/>
              </a:rPr>
              <a:t> </a:t>
            </a:r>
            <a:r>
              <a:rPr dirty="0" sz="2700" spc="130">
                <a:latin typeface="Arial MT"/>
                <a:cs typeface="Arial MT"/>
              </a:rPr>
              <a:t>lic.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7956" y="9439980"/>
            <a:ext cx="125031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85">
                <a:latin typeface="Arial MT"/>
                <a:cs typeface="Arial MT"/>
              </a:rPr>
              <a:t>C</a:t>
            </a:r>
            <a:r>
              <a:rPr dirty="0" sz="1300" spc="85">
                <a:latin typeface="Arial MT"/>
                <a:cs typeface="Arial MT"/>
              </a:rPr>
              <a:t>  </a:t>
            </a:r>
            <a:r>
              <a:rPr dirty="0" sz="1300">
                <a:latin typeface="Arial MT"/>
                <a:cs typeface="Arial MT"/>
              </a:rPr>
              <a:t>NotebookL</a:t>
            </a:r>
            <a:r>
              <a:rPr dirty="0" sz="1300" spc="-18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5672" y="587727"/>
            <a:ext cx="10657205" cy="9359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950">
                <a:latin typeface="Cambria"/>
                <a:cs typeface="Cambria"/>
              </a:rPr>
              <a:t>Mot</a:t>
            </a:r>
            <a:r>
              <a:rPr dirty="0" sz="5950" spc="-20">
                <a:latin typeface="Cambria"/>
                <a:cs typeface="Cambria"/>
              </a:rPr>
              <a:t> </a:t>
            </a:r>
            <a:r>
              <a:rPr dirty="0" sz="5950">
                <a:latin typeface="Cambria"/>
                <a:cs typeface="Cambria"/>
              </a:rPr>
              <a:t>Nen</a:t>
            </a:r>
            <a:r>
              <a:rPr dirty="0" sz="5950" spc="-215">
                <a:latin typeface="Cambria"/>
                <a:cs typeface="Cambria"/>
              </a:rPr>
              <a:t> </a:t>
            </a:r>
            <a:r>
              <a:rPr dirty="0" sz="5950">
                <a:latin typeface="Cambria"/>
                <a:cs typeface="Cambria"/>
              </a:rPr>
              <a:t>Tang,</a:t>
            </a:r>
            <a:r>
              <a:rPr dirty="0" sz="5950" spc="-80">
                <a:latin typeface="Cambria"/>
                <a:cs typeface="Cambria"/>
              </a:rPr>
              <a:t> </a:t>
            </a:r>
            <a:r>
              <a:rPr dirty="0" sz="5950">
                <a:latin typeface="Cambria"/>
                <a:cs typeface="Cambria"/>
              </a:rPr>
              <a:t>Ldi</a:t>
            </a:r>
            <a:r>
              <a:rPr dirty="0" sz="5950" spc="-220">
                <a:latin typeface="Cambria"/>
                <a:cs typeface="Cambria"/>
              </a:rPr>
              <a:t> </a:t>
            </a:r>
            <a:r>
              <a:rPr dirty="0" sz="5950">
                <a:latin typeface="Cambria"/>
                <a:cs typeface="Cambria"/>
              </a:rPr>
              <a:t>Ích</a:t>
            </a:r>
            <a:r>
              <a:rPr dirty="0" sz="5950" spc="-45">
                <a:latin typeface="Cambria"/>
                <a:cs typeface="Cambria"/>
              </a:rPr>
              <a:t> </a:t>
            </a:r>
            <a:r>
              <a:rPr dirty="0" sz="5950">
                <a:latin typeface="Cambria"/>
                <a:cs typeface="Cambria"/>
              </a:rPr>
              <a:t>Song</a:t>
            </a:r>
            <a:r>
              <a:rPr dirty="0" sz="5950" spc="-55">
                <a:latin typeface="Cambria"/>
                <a:cs typeface="Cambria"/>
              </a:rPr>
              <a:t> </a:t>
            </a:r>
            <a:r>
              <a:rPr dirty="0" sz="5950" spc="-20">
                <a:latin typeface="Cambria"/>
                <a:cs typeface="Cambria"/>
              </a:rPr>
              <a:t>Hành</a:t>
            </a:r>
            <a:endParaRPr sz="595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92159" y="1969911"/>
            <a:ext cx="5093970" cy="808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>
                <a:solidFill>
                  <a:srgbClr val="0C3B52"/>
                </a:solidFill>
                <a:latin typeface="Cambria"/>
                <a:cs typeface="Cambria"/>
              </a:rPr>
              <a:t>Dành</a:t>
            </a:r>
            <a:r>
              <a:rPr dirty="0" sz="5100" spc="-165">
                <a:solidFill>
                  <a:srgbClr val="0C3B52"/>
                </a:solidFill>
                <a:latin typeface="Cambria"/>
                <a:cs typeface="Cambria"/>
              </a:rPr>
              <a:t> </a:t>
            </a:r>
            <a:r>
              <a:rPr dirty="0" sz="5100" spc="-10">
                <a:solidFill>
                  <a:srgbClr val="0A384B"/>
                </a:solidFill>
                <a:latin typeface="Cambria"/>
                <a:cs typeface="Cambria"/>
              </a:rPr>
              <a:t>cho</a:t>
            </a:r>
            <a:r>
              <a:rPr dirty="0" sz="5100" spc="-270">
                <a:solidFill>
                  <a:srgbClr val="0A384B"/>
                </a:solidFill>
                <a:latin typeface="Cambria"/>
                <a:cs typeface="Cambria"/>
              </a:rPr>
              <a:t> </a:t>
            </a:r>
            <a:r>
              <a:rPr dirty="0" sz="5100">
                <a:solidFill>
                  <a:srgbClr val="0A3649"/>
                </a:solidFill>
                <a:latin typeface="Cambria"/>
                <a:cs typeface="Cambria"/>
              </a:rPr>
              <a:t>Hoc</a:t>
            </a:r>
            <a:r>
              <a:rPr dirty="0" sz="5100" spc="-15">
                <a:solidFill>
                  <a:srgbClr val="0A3649"/>
                </a:solidFill>
                <a:latin typeface="Cambria"/>
                <a:cs typeface="Cambria"/>
              </a:rPr>
              <a:t> </a:t>
            </a:r>
            <a:r>
              <a:rPr dirty="0" sz="5100" spc="-20">
                <a:solidFill>
                  <a:srgbClr val="083649"/>
                </a:solidFill>
                <a:latin typeface="Cambria"/>
                <a:cs typeface="Cambria"/>
              </a:rPr>
              <a:t>sinh</a:t>
            </a:r>
            <a:endParaRPr sz="51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0A3A4D"/>
                </a:solidFill>
              </a:rPr>
              <a:t>Dành</a:t>
            </a:r>
            <a:r>
              <a:rPr dirty="0" spc="-140">
                <a:solidFill>
                  <a:srgbClr val="0A3A4D"/>
                </a:solidFill>
              </a:rPr>
              <a:t> </a:t>
            </a:r>
            <a:r>
              <a:rPr dirty="0">
                <a:solidFill>
                  <a:srgbClr val="08364B"/>
                </a:solidFill>
              </a:rPr>
              <a:t>cho</a:t>
            </a:r>
            <a:r>
              <a:rPr dirty="0" spc="-200">
                <a:solidFill>
                  <a:srgbClr val="08364B"/>
                </a:solidFill>
              </a:rPr>
              <a:t> </a:t>
            </a:r>
            <a:r>
              <a:rPr dirty="0"/>
              <a:t>Giáo</a:t>
            </a:r>
            <a:r>
              <a:rPr dirty="0" spc="-235"/>
              <a:t> </a:t>
            </a:r>
            <a:r>
              <a:rPr dirty="0" spc="-20">
                <a:solidFill>
                  <a:srgbClr val="0A3848"/>
                </a:solidFill>
              </a:rPr>
              <a:t>vien</a:t>
            </a:r>
          </a:p>
          <a:p>
            <a:pPr marL="1630045" indent="-252729">
              <a:lnSpc>
                <a:spcPts val="3315"/>
              </a:lnSpc>
              <a:spcBef>
                <a:spcPts val="4680"/>
              </a:spcBef>
              <a:buChar char="•"/>
              <a:tabLst>
                <a:tab pos="1630045" algn="l"/>
              </a:tabLst>
            </a:pPr>
            <a:r>
              <a:rPr dirty="0" sz="2900" spc="-180">
                <a:solidFill>
                  <a:srgbClr val="000000"/>
                </a:solidFill>
                <a:latin typeface="Arial MT"/>
                <a:cs typeface="Arial MT"/>
              </a:rPr>
              <a:t>Giái</a:t>
            </a:r>
            <a:r>
              <a:rPr dirty="0" sz="2900" spc="-2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900" spc="-140">
                <a:solidFill>
                  <a:srgbClr val="000000"/>
                </a:solidFill>
                <a:latin typeface="Arial MT"/>
                <a:cs typeface="Arial MT"/>
              </a:rPr>
              <a:t>quyét</a:t>
            </a:r>
            <a:r>
              <a:rPr dirty="0" sz="2900" spc="-114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900" spc="-229">
                <a:solidFill>
                  <a:srgbClr val="000000"/>
                </a:solidFill>
                <a:latin typeface="Arial MT"/>
                <a:cs typeface="Arial MT"/>
              </a:rPr>
              <a:t>"Phân</a:t>
            </a:r>
            <a:r>
              <a:rPr dirty="0" sz="2900" spc="-204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900" spc="-210">
                <a:solidFill>
                  <a:srgbClr val="000000"/>
                </a:solidFill>
                <a:latin typeface="Arial MT"/>
                <a:cs typeface="Arial MT"/>
              </a:rPr>
              <a:t>mánh</a:t>
            </a:r>
            <a:r>
              <a:rPr dirty="0" sz="2900" spc="-21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900" spc="-155">
                <a:solidFill>
                  <a:srgbClr val="000000"/>
                </a:solidFill>
                <a:latin typeface="Arial MT"/>
                <a:cs typeface="Arial MT"/>
              </a:rPr>
              <a:t>công</a:t>
            </a:r>
            <a:r>
              <a:rPr dirty="0" sz="2900" spc="-25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0000"/>
                </a:solidFill>
                <a:latin typeface="Arial MT"/>
                <a:cs typeface="Arial MT"/>
              </a:rPr>
              <a:t>cu</a:t>
            </a:r>
            <a:r>
              <a:rPr dirty="0" sz="2900" spc="-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900" spc="-50">
                <a:solidFill>
                  <a:srgbClr val="000000"/>
                </a:solidFill>
                <a:latin typeface="Arial MT"/>
                <a:cs typeface="Arial MT"/>
              </a:rPr>
              <a:t>.</a:t>
            </a:r>
            <a:endParaRPr sz="2900">
              <a:latin typeface="Arial MT"/>
              <a:cs typeface="Arial MT"/>
            </a:endParaRPr>
          </a:p>
          <a:p>
            <a:pPr marL="1631314">
              <a:lnSpc>
                <a:spcPts val="3170"/>
              </a:lnSpc>
            </a:pPr>
            <a:r>
              <a:rPr dirty="0" sz="2850" spc="-305">
                <a:solidFill>
                  <a:srgbClr val="000000"/>
                </a:solidFill>
                <a:latin typeface="Arial MT"/>
                <a:cs typeface="Arial MT"/>
              </a:rPr>
              <a:t>Giao</a:t>
            </a:r>
            <a:r>
              <a:rPr dirty="0" sz="2850" spc="10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50" spc="-195">
                <a:solidFill>
                  <a:srgbClr val="000000"/>
                </a:solidFill>
                <a:latin typeface="Arial MT"/>
                <a:cs typeface="Arial MT"/>
              </a:rPr>
              <a:t>bài,</a:t>
            </a:r>
            <a:r>
              <a:rPr dirty="0" sz="2850" spc="-5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50" spc="-204">
                <a:solidFill>
                  <a:srgbClr val="000000"/>
                </a:solidFill>
                <a:latin typeface="Arial MT"/>
                <a:cs typeface="Arial MT"/>
              </a:rPr>
              <a:t>theo</a:t>
            </a:r>
            <a:r>
              <a:rPr dirty="0" sz="2850" spc="-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50" spc="-145">
                <a:solidFill>
                  <a:srgbClr val="000000"/>
                </a:solidFill>
                <a:latin typeface="Arial MT"/>
                <a:cs typeface="Arial MT"/>
              </a:rPr>
              <a:t>dõi</a:t>
            </a:r>
            <a:r>
              <a:rPr dirty="0" sz="2850" spc="-1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50" spc="-335">
                <a:solidFill>
                  <a:srgbClr val="000000"/>
                </a:solidFill>
                <a:latin typeface="Arial MT"/>
                <a:cs typeface="Arial MT"/>
              </a:rPr>
              <a:t>và</a:t>
            </a:r>
            <a:r>
              <a:rPr dirty="0" sz="2850" spc="-1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50" spc="-275">
                <a:solidFill>
                  <a:srgbClr val="000000"/>
                </a:solidFill>
                <a:latin typeface="Arial MT"/>
                <a:cs typeface="Arial MT"/>
              </a:rPr>
              <a:t>nhan</a:t>
            </a:r>
            <a:r>
              <a:rPr dirty="0" sz="2850" spc="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850" spc="-25">
                <a:solidFill>
                  <a:srgbClr val="000000"/>
                </a:solidFill>
                <a:latin typeface="Arial MT"/>
                <a:cs typeface="Arial MT"/>
              </a:rPr>
              <a:t>xét</a:t>
            </a:r>
            <a:endParaRPr sz="2850">
              <a:latin typeface="Arial MT"/>
              <a:cs typeface="Arial MT"/>
            </a:endParaRPr>
          </a:p>
          <a:p>
            <a:pPr marL="1631950">
              <a:lnSpc>
                <a:spcPts val="3155"/>
              </a:lnSpc>
            </a:pPr>
            <a:r>
              <a:rPr dirty="0" sz="2700" spc="-20">
                <a:solidFill>
                  <a:srgbClr val="000000"/>
                </a:solidFill>
                <a:latin typeface="Arial MT"/>
                <a:cs typeface="Arial MT"/>
              </a:rPr>
              <a:t>tap</a:t>
            </a:r>
            <a:r>
              <a:rPr dirty="0" sz="2700" spc="-1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70">
                <a:solidFill>
                  <a:srgbClr val="000000"/>
                </a:solidFill>
                <a:latin typeface="Arial MT"/>
                <a:cs typeface="Arial MT"/>
              </a:rPr>
              <a:t>trung</a:t>
            </a:r>
            <a:r>
              <a:rPr dirty="0" sz="2700" spc="-12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40">
                <a:solidFill>
                  <a:srgbClr val="000000"/>
                </a:solidFill>
                <a:latin typeface="Arial MT"/>
                <a:cs typeface="Arial MT"/>
              </a:rPr>
              <a:t>tai</a:t>
            </a:r>
            <a:r>
              <a:rPr dirty="0" sz="2700" spc="-1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0">
                <a:solidFill>
                  <a:srgbClr val="000000"/>
                </a:solidFill>
                <a:latin typeface="Arial MT"/>
                <a:cs typeface="Arial MT"/>
              </a:rPr>
              <a:t>mot</a:t>
            </a:r>
            <a:r>
              <a:rPr dirty="0" sz="2700" spc="-3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 MT"/>
                <a:cs typeface="Arial MT"/>
              </a:rPr>
              <a:t>noi.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35"/>
              </a:spcBef>
            </a:pPr>
            <a:endParaRPr sz="2700">
              <a:latin typeface="Arial MT"/>
              <a:cs typeface="Arial MT"/>
            </a:endParaRPr>
          </a:p>
          <a:p>
            <a:pPr marL="1632585" marR="654050" indent="-254635">
              <a:lnSpc>
                <a:spcPts val="3150"/>
              </a:lnSpc>
              <a:spcBef>
                <a:spcPts val="5"/>
              </a:spcBef>
              <a:buChar char="•"/>
              <a:tabLst>
                <a:tab pos="1642745" algn="l"/>
              </a:tabLst>
            </a:pPr>
            <a:r>
              <a:rPr dirty="0" sz="2700" spc="-105">
                <a:solidFill>
                  <a:srgbClr val="000000"/>
                </a:solidFill>
                <a:latin typeface="Arial MT"/>
                <a:cs typeface="Arial MT"/>
              </a:rPr>
              <a:t>Giái</a:t>
            </a:r>
            <a:r>
              <a:rPr dirty="0" sz="2700" spc="-13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 MT"/>
                <a:cs typeface="Arial MT"/>
              </a:rPr>
              <a:t>quygt</a:t>
            </a:r>
            <a:r>
              <a:rPr dirty="0" sz="2700" spc="-7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000000"/>
                </a:solidFill>
                <a:latin typeface="Arial MT"/>
                <a:cs typeface="Arial MT"/>
              </a:rPr>
              <a:t>"Mãt</a:t>
            </a:r>
            <a:r>
              <a:rPr dirty="0" sz="2700" spc="-8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00000"/>
                </a:solidFill>
                <a:latin typeface="Arial MT"/>
                <a:cs typeface="Arial MT"/>
              </a:rPr>
              <a:t>thài</a:t>
            </a:r>
            <a:r>
              <a:rPr dirty="0" sz="2700" spc="-13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 MT"/>
                <a:cs typeface="Arial MT"/>
              </a:rPr>
              <a:t>gian": </a:t>
            </a:r>
            <a:r>
              <a:rPr dirty="0" sz="2700" spc="-1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2700" spc="-185">
                <a:solidFill>
                  <a:srgbClr val="000000"/>
                </a:solidFill>
                <a:latin typeface="Arial MT"/>
                <a:cs typeface="Arial MT"/>
              </a:rPr>
              <a:t>Tê</a:t>
            </a:r>
            <a:r>
              <a:rPr dirty="0" sz="2700" spc="-19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95">
                <a:solidFill>
                  <a:srgbClr val="000000"/>
                </a:solidFill>
                <a:latin typeface="Arial MT"/>
                <a:cs typeface="Arial MT"/>
              </a:rPr>
              <a:t>dong</a:t>
            </a:r>
            <a:r>
              <a:rPr dirty="0" sz="2700" spc="-10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45">
                <a:solidFill>
                  <a:srgbClr val="000000"/>
                </a:solidFill>
                <a:latin typeface="Arial MT"/>
                <a:cs typeface="Arial MT"/>
              </a:rPr>
              <a:t>hóa</a:t>
            </a:r>
            <a:r>
              <a:rPr dirty="0" sz="2700" spc="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60">
                <a:solidFill>
                  <a:srgbClr val="000000"/>
                </a:solidFill>
                <a:latin typeface="Arial MT"/>
                <a:cs typeface="Arial MT"/>
              </a:rPr>
              <a:t>báo</a:t>
            </a:r>
            <a:r>
              <a:rPr dirty="0" sz="2700" spc="-4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50">
                <a:solidFill>
                  <a:srgbClr val="000000"/>
                </a:solidFill>
                <a:latin typeface="Arial MT"/>
                <a:cs typeface="Arial MT"/>
              </a:rPr>
              <a:t>cáo</a:t>
            </a:r>
            <a:r>
              <a:rPr dirty="0" sz="2700" spc="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65">
                <a:solidFill>
                  <a:srgbClr val="000000"/>
                </a:solidFill>
                <a:latin typeface="Arial MT"/>
                <a:cs typeface="Arial MT"/>
              </a:rPr>
              <a:t>tien</a:t>
            </a:r>
            <a:r>
              <a:rPr dirty="0" sz="2700" spc="-19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5" i="1">
                <a:solidFill>
                  <a:srgbClr val="000000"/>
                </a:solidFill>
                <a:latin typeface="Arial"/>
                <a:cs typeface="Arial"/>
              </a:rPr>
              <a:t>dô,</a:t>
            </a:r>
            <a:endParaRPr sz="2700">
              <a:latin typeface="Arial"/>
              <a:cs typeface="Arial"/>
            </a:endParaRPr>
          </a:p>
          <a:p>
            <a:pPr marL="1628139">
              <a:lnSpc>
                <a:spcPts val="2990"/>
              </a:lnSpc>
            </a:pPr>
            <a:r>
              <a:rPr dirty="0" sz="2700" spc="-125">
                <a:solidFill>
                  <a:srgbClr val="000000"/>
                </a:solidFill>
                <a:latin typeface="Arial MT"/>
                <a:cs typeface="Arial MT"/>
              </a:rPr>
              <a:t>phân</a:t>
            </a:r>
            <a:r>
              <a:rPr dirty="0" sz="2700" spc="-4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95">
                <a:solidFill>
                  <a:srgbClr val="000000"/>
                </a:solidFill>
                <a:latin typeface="Arial MT"/>
                <a:cs typeface="Arial MT"/>
              </a:rPr>
              <a:t>tích</a:t>
            </a:r>
            <a:r>
              <a:rPr dirty="0" sz="2700" spc="-10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60">
                <a:solidFill>
                  <a:srgbClr val="000000"/>
                </a:solidFill>
                <a:latin typeface="Arial MT"/>
                <a:cs typeface="Arial MT"/>
              </a:rPr>
              <a:t>nhanh</a:t>
            </a:r>
            <a:r>
              <a:rPr dirty="0" sz="2700" spc="-10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40">
                <a:solidFill>
                  <a:srgbClr val="000000"/>
                </a:solidFill>
                <a:latin typeface="Arial MT"/>
                <a:cs typeface="Arial MT"/>
              </a:rPr>
              <a:t>Iói</a:t>
            </a:r>
            <a:r>
              <a:rPr dirty="0" sz="2700" spc="-7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70">
                <a:solidFill>
                  <a:srgbClr val="000000"/>
                </a:solidFill>
                <a:latin typeface="Arial MT"/>
                <a:cs typeface="Arial MT"/>
              </a:rPr>
              <a:t>sai</a:t>
            </a:r>
            <a:r>
              <a:rPr dirty="0" sz="2700" spc="-12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85">
                <a:solidFill>
                  <a:srgbClr val="000000"/>
                </a:solidFill>
                <a:latin typeface="Arial MT"/>
                <a:cs typeface="Arial MT"/>
              </a:rPr>
              <a:t>phó</a:t>
            </a:r>
            <a:r>
              <a:rPr dirty="0" sz="2700" spc="-14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 MT"/>
                <a:cs typeface="Arial MT"/>
              </a:rPr>
              <a:t>bien</a:t>
            </a:r>
            <a:endParaRPr sz="2700">
              <a:latin typeface="Arial MT"/>
              <a:cs typeface="Arial MT"/>
            </a:endParaRPr>
          </a:p>
          <a:p>
            <a:pPr marL="1637664">
              <a:lnSpc>
                <a:spcPts val="3100"/>
              </a:lnSpc>
            </a:pPr>
            <a:r>
              <a:rPr dirty="0" sz="2600" spc="-105">
                <a:solidFill>
                  <a:srgbClr val="000000"/>
                </a:solidFill>
                <a:latin typeface="Arial MT"/>
                <a:cs typeface="Arial MT"/>
              </a:rPr>
              <a:t>cúa</a:t>
            </a:r>
            <a:r>
              <a:rPr dirty="0" sz="2600" spc="-7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000000"/>
                </a:solidFill>
                <a:latin typeface="Arial MT"/>
                <a:cs typeface="Arial MT"/>
              </a:rPr>
              <a:t>Ióp.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2600">
              <a:latin typeface="Arial MT"/>
              <a:cs typeface="Arial MT"/>
            </a:endParaRPr>
          </a:p>
          <a:p>
            <a:pPr algn="just" marL="1623060" marR="535305" indent="-257810">
              <a:lnSpc>
                <a:spcPts val="3100"/>
              </a:lnSpc>
              <a:spcBef>
                <a:spcPts val="5"/>
              </a:spcBef>
              <a:buChar char="•"/>
              <a:tabLst>
                <a:tab pos="1623060" algn="l"/>
                <a:tab pos="1631314" algn="l"/>
              </a:tabLst>
            </a:pPr>
            <a:r>
              <a:rPr dirty="0" sz="270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2700" spc="-125">
                <a:solidFill>
                  <a:srgbClr val="000000"/>
                </a:solidFill>
                <a:latin typeface="Arial MT"/>
                <a:cs typeface="Arial MT"/>
              </a:rPr>
              <a:t>Giãi</a:t>
            </a:r>
            <a:r>
              <a:rPr dirty="0" sz="2700" spc="-6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 MT"/>
                <a:cs typeface="Arial MT"/>
              </a:rPr>
              <a:t>quyet</a:t>
            </a:r>
            <a:r>
              <a:rPr dirty="0" sz="2700" spc="-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70">
                <a:solidFill>
                  <a:srgbClr val="000000"/>
                </a:solidFill>
                <a:latin typeface="Arial MT"/>
                <a:cs typeface="Arial MT"/>
              </a:rPr>
              <a:t>"Quá</a:t>
            </a:r>
            <a:r>
              <a:rPr dirty="0" sz="2700" spc="-1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00000"/>
                </a:solidFill>
                <a:latin typeface="Arial MT"/>
                <a:cs typeface="Arial MT"/>
              </a:rPr>
              <a:t>tái</a:t>
            </a:r>
            <a:r>
              <a:rPr dirty="0" sz="2700" spc="-14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14">
                <a:solidFill>
                  <a:srgbClr val="000000"/>
                </a:solidFill>
                <a:latin typeface="Arial MT"/>
                <a:cs typeface="Arial MT"/>
              </a:rPr>
              <a:t>soan</a:t>
            </a:r>
            <a:r>
              <a:rPr dirty="0" sz="2700" spc="-4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00000"/>
                </a:solidFill>
                <a:latin typeface="Arial MT"/>
                <a:cs typeface="Arial MT"/>
              </a:rPr>
              <a:t>bài": </a:t>
            </a:r>
            <a:r>
              <a:rPr dirty="0" sz="2700" spc="-459">
                <a:solidFill>
                  <a:srgbClr val="000000"/>
                </a:solidFill>
                <a:latin typeface="Arial MT"/>
                <a:cs typeface="Arial MT"/>
              </a:rPr>
              <a:t>HS</a:t>
            </a:r>
            <a:r>
              <a:rPr dirty="0" sz="2700" spc="27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000000"/>
                </a:solidFill>
                <a:latin typeface="Arial MT"/>
                <a:cs typeface="Arial MT"/>
              </a:rPr>
              <a:t>trg</a:t>
            </a:r>
            <a:r>
              <a:rPr dirty="0" sz="2700" spc="-16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65">
                <a:solidFill>
                  <a:srgbClr val="000000"/>
                </a:solidFill>
                <a:latin typeface="Arial MT"/>
                <a:cs typeface="Arial MT"/>
              </a:rPr>
              <a:t>tao</a:t>
            </a:r>
            <a:r>
              <a:rPr dirty="0" sz="2700" spc="-125">
                <a:solidFill>
                  <a:srgbClr val="000000"/>
                </a:solidFill>
                <a:latin typeface="Arial MT"/>
                <a:cs typeface="Arial MT"/>
              </a:rPr>
              <a:t> ‹fé</a:t>
            </a:r>
            <a:r>
              <a:rPr dirty="0" sz="2700" spc="-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45">
                <a:solidFill>
                  <a:srgbClr val="000000"/>
                </a:solidFill>
                <a:latin typeface="Arial MT"/>
                <a:cs typeface="Arial MT"/>
              </a:rPr>
              <a:t>và</a:t>
            </a:r>
            <a:r>
              <a:rPr dirty="0" sz="2700" spc="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35">
                <a:solidFill>
                  <a:srgbClr val="000000"/>
                </a:solidFill>
                <a:latin typeface="Arial MT"/>
                <a:cs typeface="Arial MT"/>
              </a:rPr>
              <a:t>tài</a:t>
            </a:r>
            <a:r>
              <a:rPr dirty="0" sz="2700" spc="-15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05">
                <a:solidFill>
                  <a:srgbClr val="000000"/>
                </a:solidFill>
                <a:latin typeface="Arial MT"/>
                <a:cs typeface="Arial MT"/>
              </a:rPr>
              <a:t>lieu</a:t>
            </a:r>
            <a:r>
              <a:rPr dirty="0" sz="2700" spc="-8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145">
                <a:solidFill>
                  <a:srgbClr val="000000"/>
                </a:solidFill>
                <a:latin typeface="Arial MT"/>
                <a:cs typeface="Arial MT"/>
              </a:rPr>
              <a:t>ôn</a:t>
            </a:r>
            <a:r>
              <a:rPr dirty="0" sz="2700" spc="1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000000"/>
                </a:solidFill>
                <a:latin typeface="Arial MT"/>
                <a:cs typeface="Arial MT"/>
              </a:rPr>
              <a:t>tap </a:t>
            </a:r>
            <a:r>
              <a:rPr dirty="0" sz="2600">
                <a:solidFill>
                  <a:srgbClr val="000000"/>
                </a:solidFill>
                <a:latin typeface="Arial MT"/>
                <a:cs typeface="Arial MT"/>
              </a:rPr>
              <a:t>tü</a:t>
            </a:r>
            <a:r>
              <a:rPr dirty="0" sz="2600" spc="14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600" spc="-25">
                <a:solidFill>
                  <a:srgbClr val="000000"/>
                </a:solidFill>
                <a:latin typeface="Arial MT"/>
                <a:cs typeface="Arial MT"/>
              </a:rPr>
              <a:t>Al.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8095" y="3370791"/>
            <a:ext cx="5123180" cy="3517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6865" indent="-266065">
              <a:lnSpc>
                <a:spcPts val="3170"/>
              </a:lnSpc>
              <a:spcBef>
                <a:spcPts val="105"/>
              </a:spcBef>
              <a:buChar char="•"/>
              <a:tabLst>
                <a:tab pos="316865" algn="l"/>
              </a:tabLst>
            </a:pPr>
            <a:r>
              <a:rPr dirty="0" sz="2700" spc="-85">
                <a:latin typeface="Arial MT"/>
                <a:cs typeface="Arial MT"/>
              </a:rPr>
              <a:t>Giái</a:t>
            </a:r>
            <a:r>
              <a:rPr dirty="0" sz="2700" spc="-229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quyét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 spc="-150">
                <a:latin typeface="Arial MT"/>
                <a:cs typeface="Arial MT"/>
              </a:rPr>
              <a:t>"Quá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tái“:</a:t>
            </a:r>
            <a:endParaRPr sz="2700">
              <a:latin typeface="Arial MT"/>
              <a:cs typeface="Arial MT"/>
            </a:endParaRPr>
          </a:p>
          <a:p>
            <a:pPr marL="320675">
              <a:lnSpc>
                <a:spcPts val="3150"/>
              </a:lnSpc>
            </a:pPr>
            <a:r>
              <a:rPr dirty="0" sz="2700" spc="-225">
                <a:latin typeface="Arial MT"/>
                <a:cs typeface="Arial MT"/>
              </a:rPr>
              <a:t>Quán</a:t>
            </a:r>
            <a:r>
              <a:rPr dirty="0" sz="2700" spc="-140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Iy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95">
                <a:latin typeface="Arial MT"/>
                <a:cs typeface="Arial MT"/>
              </a:rPr>
              <a:t>bài</a:t>
            </a:r>
            <a:r>
              <a:rPr dirty="0" sz="2700" spc="-240">
                <a:latin typeface="Arial MT"/>
                <a:cs typeface="Arial MT"/>
              </a:rPr>
              <a:t> </a:t>
            </a:r>
            <a:r>
              <a:rPr dirty="0" sz="2700" spc="150">
                <a:latin typeface="Arial MT"/>
                <a:cs typeface="Arial MT"/>
              </a:rPr>
              <a:t>Up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 spc="-250">
                <a:latin typeface="Arial MT"/>
                <a:cs typeface="Arial MT"/>
              </a:rPr>
              <a:t>và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baseline="2057" sz="4050" spc="-127">
                <a:latin typeface="Arial MT"/>
                <a:cs typeface="Arial MT"/>
              </a:rPr>
              <a:t>I</a:t>
            </a:r>
            <a:r>
              <a:rPr dirty="0" baseline="-6172" sz="4050" spc="-127">
                <a:latin typeface="Arial MT"/>
                <a:cs typeface="Arial MT"/>
              </a:rPr>
              <a:t>!</a:t>
            </a:r>
            <a:r>
              <a:rPr dirty="0" baseline="2057" sz="4050" spc="-127">
                <a:latin typeface="Arial MT"/>
                <a:cs typeface="Arial MT"/>
              </a:rPr>
              <a:t>ch</a:t>
            </a:r>
            <a:r>
              <a:rPr dirty="0" baseline="2057" sz="4050" spc="-480">
                <a:latin typeface="Arial MT"/>
                <a:cs typeface="Arial MT"/>
              </a:rPr>
              <a:t> </a:t>
            </a:r>
            <a:r>
              <a:rPr dirty="0" sz="2700" spc="-90">
                <a:latin typeface="Arial MT"/>
                <a:cs typeface="Arial MT"/>
              </a:rPr>
              <a:t>biéu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thông</a:t>
            </a:r>
            <a:endParaRPr sz="2700">
              <a:latin typeface="Arial MT"/>
              <a:cs typeface="Arial MT"/>
            </a:endParaRPr>
          </a:p>
          <a:p>
            <a:pPr marL="313690">
              <a:lnSpc>
                <a:spcPts val="3100"/>
              </a:lnSpc>
            </a:pPr>
            <a:r>
              <a:rPr dirty="0" sz="2600" spc="-30">
                <a:latin typeface="Arial MT"/>
                <a:cs typeface="Arial MT"/>
              </a:rPr>
              <a:t>minh</a:t>
            </a:r>
            <a:r>
              <a:rPr dirty="0" sz="2600" spc="-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trên</a:t>
            </a:r>
            <a:r>
              <a:rPr dirty="0" sz="2600" spc="-1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mot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giao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40">
                <a:latin typeface="Arial MT"/>
                <a:cs typeface="Arial MT"/>
              </a:rPr>
              <a:t>dien</a:t>
            </a:r>
            <a:r>
              <a:rPr dirty="0" sz="2600" spc="-14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duy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nhát.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15"/>
              </a:spcBef>
            </a:pPr>
            <a:endParaRPr sz="2600">
              <a:latin typeface="Arial MT"/>
              <a:cs typeface="Arial MT"/>
            </a:endParaRPr>
          </a:p>
          <a:p>
            <a:pPr marL="311150" marR="43180" indent="-260985">
              <a:lnSpc>
                <a:spcPct val="96200"/>
              </a:lnSpc>
              <a:buChar char="•"/>
              <a:tabLst>
                <a:tab pos="311150" algn="l"/>
                <a:tab pos="316865" algn="l"/>
                <a:tab pos="1183005" algn="l"/>
              </a:tabLst>
            </a:pPr>
            <a:r>
              <a:rPr dirty="0" sz="2700">
                <a:latin typeface="Arial MT"/>
                <a:cs typeface="Arial MT"/>
              </a:rPr>
              <a:t>	</a:t>
            </a:r>
            <a:r>
              <a:rPr dirty="0" sz="2700" spc="-85">
                <a:latin typeface="Arial MT"/>
                <a:cs typeface="Arial MT"/>
              </a:rPr>
              <a:t>Giái</a:t>
            </a:r>
            <a:r>
              <a:rPr dirty="0" sz="2700" spc="-22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quyét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-65">
                <a:latin typeface="Arial MT"/>
                <a:cs typeface="Arial MT"/>
              </a:rPr>
              <a:t>"Thi6u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ph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rong</a:t>
            </a:r>
            <a:r>
              <a:rPr dirty="0" sz="2700" spc="-32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pháp": </a:t>
            </a:r>
            <a:r>
              <a:rPr dirty="0" sz="2700" spc="-120">
                <a:latin typeface="Arial MT"/>
                <a:cs typeface="Arial MT"/>
              </a:rPr>
              <a:t>Trg</a:t>
            </a:r>
            <a:r>
              <a:rPr dirty="0" sz="2700" spc="-175">
                <a:latin typeface="Arial MT"/>
                <a:cs typeface="Arial MT"/>
              </a:rPr>
              <a:t> </a:t>
            </a:r>
            <a:r>
              <a:rPr dirty="0" baseline="6172" sz="4050" spc="-37">
                <a:latin typeface="Arial MT"/>
                <a:cs typeface="Arial MT"/>
              </a:rPr>
              <a:t>l</a:t>
            </a:r>
            <a:r>
              <a:rPr dirty="0" baseline="-6172" sz="4050" spc="-37">
                <a:latin typeface="Arial MT"/>
                <a:cs typeface="Arial MT"/>
              </a:rPr>
              <a:t>i</a:t>
            </a:r>
            <a:r>
              <a:rPr dirty="0" baseline="-6172" sz="4050">
                <a:latin typeface="Arial MT"/>
                <a:cs typeface="Arial MT"/>
              </a:rPr>
              <a:t>	</a:t>
            </a:r>
            <a:r>
              <a:rPr dirty="0" sz="2700" spc="-260">
                <a:latin typeface="Arial MT"/>
                <a:cs typeface="Arial MT"/>
              </a:rPr>
              <a:t>AI</a:t>
            </a:r>
            <a:r>
              <a:rPr dirty="0" sz="2700" spc="10">
                <a:latin typeface="Arial MT"/>
                <a:cs typeface="Arial MT"/>
              </a:rPr>
              <a:t> </a:t>
            </a:r>
            <a:r>
              <a:rPr dirty="0" sz="2700" spc="-120">
                <a:latin typeface="Arial MT"/>
                <a:cs typeface="Arial MT"/>
              </a:rPr>
              <a:t>ggi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mô</a:t>
            </a:r>
            <a:r>
              <a:rPr dirty="0" sz="2700" spc="-2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te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duy</a:t>
            </a:r>
            <a:r>
              <a:rPr dirty="0" sz="2700" spc="20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theo </a:t>
            </a:r>
            <a:r>
              <a:rPr dirty="0" sz="2700" spc="-110">
                <a:latin typeface="Arial MT"/>
                <a:cs typeface="Arial MT"/>
              </a:rPr>
              <a:t>phuong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114">
                <a:latin typeface="Arial MT"/>
                <a:cs typeface="Arial MT"/>
              </a:rPr>
              <a:t>pháp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105">
                <a:latin typeface="Arial MT"/>
                <a:cs typeface="Arial MT"/>
              </a:rPr>
              <a:t>Socratic,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-125">
                <a:latin typeface="Arial MT"/>
                <a:cs typeface="Arial MT"/>
              </a:rPr>
              <a:t>không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chi </a:t>
            </a:r>
            <a:r>
              <a:rPr dirty="0" sz="2700" spc="70">
                <a:latin typeface="Arial MT"/>
                <a:cs typeface="Arial MT"/>
              </a:rPr>
              <a:t>dra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ra</a:t>
            </a:r>
            <a:r>
              <a:rPr dirty="0" sz="2700" spc="-15">
                <a:latin typeface="Arial MT"/>
                <a:cs typeface="Arial MT"/>
              </a:rPr>
              <a:t> </a:t>
            </a:r>
            <a:r>
              <a:rPr dirty="0" sz="2700" spc="-140">
                <a:latin typeface="Arial MT"/>
                <a:cs typeface="Arial MT"/>
              </a:rPr>
              <a:t>dáp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án.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62106" y="7904691"/>
            <a:ext cx="26098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305">
                <a:solidFill>
                  <a:srgbClr val="134259"/>
                </a:solidFill>
                <a:latin typeface="Arial MT"/>
                <a:cs typeface="Arial MT"/>
              </a:rPr>
              <a:t>O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24559" y="7790391"/>
            <a:ext cx="4652010" cy="12115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4604" marR="5080" indent="-2540">
              <a:lnSpc>
                <a:spcPct val="97400"/>
              </a:lnSpc>
              <a:spcBef>
                <a:spcPts val="190"/>
              </a:spcBef>
            </a:pPr>
            <a:r>
              <a:rPr dirty="0" sz="2700" spc="-215">
                <a:latin typeface="Arial MT"/>
                <a:cs typeface="Arial MT"/>
              </a:rPr>
              <a:t>“Game</a:t>
            </a:r>
            <a:r>
              <a:rPr dirty="0" sz="2700" spc="25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hóa”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 spc="-170">
                <a:latin typeface="Arial MT"/>
                <a:cs typeface="Arial MT"/>
              </a:rPr>
              <a:t>quá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-45">
                <a:latin typeface="Arial MT"/>
                <a:cs typeface="Arial MT"/>
              </a:rPr>
              <a:t>trinh</a:t>
            </a:r>
            <a:r>
              <a:rPr dirty="0" sz="2700" spc="-145">
                <a:latin typeface="Arial MT"/>
                <a:cs typeface="Arial MT"/>
              </a:rPr>
              <a:t> </a:t>
            </a:r>
            <a:r>
              <a:rPr dirty="0" sz="2700" spc="-105">
                <a:latin typeface="Arial MT"/>
                <a:cs typeface="Arial MT"/>
              </a:rPr>
              <a:t>hgc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tap</a:t>
            </a:r>
            <a:r>
              <a:rPr dirty="0" sz="2700" spc="-105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vói </a:t>
            </a:r>
            <a:r>
              <a:rPr dirty="0" sz="2600" spc="-30">
                <a:latin typeface="Arial MT"/>
                <a:cs typeface="Arial MT"/>
              </a:rPr>
              <a:t>diem</a:t>
            </a:r>
            <a:r>
              <a:rPr dirty="0" sz="2600" spc="-155">
                <a:latin typeface="Arial MT"/>
                <a:cs typeface="Arial MT"/>
              </a:rPr>
              <a:t> </a:t>
            </a:r>
            <a:r>
              <a:rPr dirty="0" sz="2600" spc="-55">
                <a:latin typeface="Arial MT"/>
                <a:cs typeface="Arial MT"/>
              </a:rPr>
              <a:t>kinh</a:t>
            </a:r>
            <a:r>
              <a:rPr dirty="0" sz="2600" spc="-12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nghiem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55">
                <a:latin typeface="Arial MT"/>
                <a:cs typeface="Arial MT"/>
              </a:rPr>
              <a:t>(XP),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huy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hieu </a:t>
            </a:r>
            <a:r>
              <a:rPr dirty="0" sz="2600" spc="-140">
                <a:latin typeface="Arial MT"/>
                <a:cs typeface="Arial MT"/>
              </a:rPr>
              <a:t>và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báng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114">
                <a:latin typeface="Arial MT"/>
                <a:cs typeface="Arial MT"/>
              </a:rPr>
              <a:t>xep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hang.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700" y="800100"/>
            <a:ext cx="1295400" cy="698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2900" y="800100"/>
            <a:ext cx="1257300" cy="558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400" y="0"/>
            <a:ext cx="4229100" cy="97536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813300" y="1581150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w="12700">
            <a:solidFill>
              <a:srgbClr val="75757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57411" y="595136"/>
            <a:ext cx="6842759" cy="2509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604">
              <a:lnSpc>
                <a:spcPts val="6525"/>
              </a:lnSpc>
              <a:spcBef>
                <a:spcPts val="110"/>
              </a:spcBef>
            </a:pPr>
            <a:r>
              <a:rPr dirty="0" sz="5750" spc="190">
                <a:solidFill>
                  <a:srgbClr val="212121"/>
                </a:solidFill>
                <a:latin typeface="Cambria"/>
                <a:cs typeface="Cambria"/>
              </a:rPr>
              <a:t>Nhúng</a:t>
            </a:r>
            <a:r>
              <a:rPr dirty="0" sz="5750" spc="1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5750" spc="229">
                <a:solidFill>
                  <a:srgbClr val="282828"/>
                </a:solidFill>
                <a:latin typeface="Cambria"/>
                <a:cs typeface="Cambria"/>
              </a:rPr>
              <a:t>Oóng</a:t>
            </a:r>
            <a:endParaRPr sz="5750">
              <a:latin typeface="Cambria"/>
              <a:cs typeface="Cambria"/>
            </a:endParaRPr>
          </a:p>
          <a:p>
            <a:pPr marL="12700">
              <a:lnSpc>
                <a:spcPts val="6705"/>
              </a:lnSpc>
            </a:pPr>
            <a:r>
              <a:rPr dirty="0" sz="5900" spc="145">
                <a:solidFill>
                  <a:srgbClr val="232323"/>
                </a:solidFill>
                <a:latin typeface="Cambria"/>
                <a:cs typeface="Cambria"/>
              </a:rPr>
              <a:t>Khác</a:t>
            </a:r>
            <a:r>
              <a:rPr dirty="0" sz="5900" spc="-29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5900">
                <a:solidFill>
                  <a:srgbClr val="212121"/>
                </a:solidFill>
                <a:latin typeface="Cambria"/>
                <a:cs typeface="Cambria"/>
              </a:rPr>
              <a:t>BiÇt</a:t>
            </a:r>
            <a:r>
              <a:rPr dirty="0" sz="5900" spc="-12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5900" spc="150">
                <a:solidFill>
                  <a:srgbClr val="282828"/>
                </a:solidFill>
                <a:latin typeface="Cambria"/>
                <a:cs typeface="Cambria"/>
              </a:rPr>
              <a:t>Cua</a:t>
            </a:r>
            <a:r>
              <a:rPr dirty="0" sz="5900" spc="-32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5900" spc="145">
                <a:solidFill>
                  <a:srgbClr val="212121"/>
                </a:solidFill>
                <a:latin typeface="Cambria"/>
                <a:cs typeface="Cambria"/>
              </a:rPr>
              <a:t>Miqix</a:t>
            </a:r>
            <a:endParaRPr sz="5900">
              <a:latin typeface="Cambria"/>
              <a:cs typeface="Cambria"/>
            </a:endParaRPr>
          </a:p>
          <a:p>
            <a:pPr marL="1344930">
              <a:lnSpc>
                <a:spcPct val="100000"/>
              </a:lnSpc>
              <a:spcBef>
                <a:spcPts val="2170"/>
              </a:spcBef>
            </a:pPr>
            <a:r>
              <a:rPr dirty="0" sz="3450">
                <a:latin typeface="Arial MT"/>
                <a:cs typeface="Arial MT"/>
              </a:rPr>
              <a:t>L|ch</a:t>
            </a:r>
            <a:r>
              <a:rPr dirty="0" sz="3450" spc="-145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Bieu</a:t>
            </a:r>
            <a:r>
              <a:rPr dirty="0" sz="3450" spc="-170">
                <a:latin typeface="Arial MT"/>
                <a:cs typeface="Arial MT"/>
              </a:rPr>
              <a:t> </a:t>
            </a:r>
            <a:r>
              <a:rPr dirty="0" sz="3450" spc="-285">
                <a:latin typeface="Arial MT"/>
                <a:cs typeface="Arial MT"/>
              </a:rPr>
              <a:t>H¿ic</a:t>
            </a:r>
            <a:r>
              <a:rPr dirty="0" sz="3450" spc="-60">
                <a:latin typeface="Arial MT"/>
                <a:cs typeface="Arial MT"/>
              </a:rPr>
              <a:t> </a:t>
            </a:r>
            <a:r>
              <a:rPr dirty="0" sz="3450" spc="-335">
                <a:latin typeface="Arial MT"/>
                <a:cs typeface="Arial MT"/>
              </a:rPr>
              <a:t>Tí§p</a:t>
            </a:r>
            <a:r>
              <a:rPr dirty="0" sz="3450" spc="-80">
                <a:latin typeface="Arial MT"/>
                <a:cs typeface="Arial MT"/>
              </a:rPr>
              <a:t> </a:t>
            </a:r>
            <a:r>
              <a:rPr dirty="0" sz="3450" spc="-90">
                <a:latin typeface="Arial MT"/>
                <a:cs typeface="Arial MT"/>
              </a:rPr>
              <a:t>Cân</a:t>
            </a:r>
            <a:r>
              <a:rPr dirty="0" sz="3450" spc="-100">
                <a:latin typeface="Arial MT"/>
                <a:cs typeface="Arial MT"/>
              </a:rPr>
              <a:t> </a:t>
            </a:r>
            <a:r>
              <a:rPr dirty="0" sz="3450" spc="-20">
                <a:latin typeface="Arial MT"/>
                <a:cs typeface="Arial MT"/>
              </a:rPr>
              <a:t>Bang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70078" y="572558"/>
            <a:ext cx="624205" cy="9461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50" spc="-75">
                <a:solidFill>
                  <a:srgbClr val="212121"/>
                </a:solidFill>
                <a:latin typeface="Cambria"/>
                <a:cs typeface="Cambria"/>
              </a:rPr>
              <a:t>v</a:t>
            </a:r>
            <a:r>
              <a:rPr dirty="0" sz="6050" spc="-2890">
                <a:solidFill>
                  <a:srgbClr val="212121"/>
                </a:solidFill>
                <a:latin typeface="Cambria"/>
                <a:cs typeface="Cambria"/>
              </a:rPr>
              <a:t>a</a:t>
            </a:r>
            <a:r>
              <a:rPr dirty="0" baseline="30812" sz="8925" spc="-97">
                <a:solidFill>
                  <a:srgbClr val="1F1F1F"/>
                </a:solidFill>
                <a:latin typeface="Cambria"/>
                <a:cs typeface="Cambria"/>
              </a:rPr>
              <a:t>.</a:t>
            </a:r>
            <a:endParaRPr baseline="30812" sz="8925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51932" y="3135488"/>
            <a:ext cx="9584690" cy="541909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63500" marR="55880" indent="6985">
              <a:lnSpc>
                <a:spcPts val="2800"/>
              </a:lnSpc>
              <a:spcBef>
                <a:spcPts val="220"/>
              </a:spcBef>
            </a:pPr>
            <a:r>
              <a:rPr dirty="0" sz="2350" spc="-155">
                <a:latin typeface="Arial MT"/>
                <a:cs typeface="Arial MT"/>
              </a:rPr>
              <a:t>AI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khõng</a:t>
            </a:r>
            <a:r>
              <a:rPr dirty="0" sz="2350" spc="-1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chi</a:t>
            </a:r>
            <a:r>
              <a:rPr dirty="0" sz="2350" spc="-190">
                <a:latin typeface="Arial MT"/>
                <a:cs typeface="Arial MT"/>
              </a:rPr>
              <a:t> </a:t>
            </a:r>
            <a:r>
              <a:rPr dirty="0" baseline="4728" sz="3525">
                <a:latin typeface="Arial MT"/>
                <a:cs typeface="Arial MT"/>
              </a:rPr>
              <a:t>xi</a:t>
            </a:r>
            <a:r>
              <a:rPr dirty="0" baseline="-4728" sz="3525">
                <a:latin typeface="Arial MT"/>
                <a:cs typeface="Arial MT"/>
              </a:rPr>
              <a:t>xi</a:t>
            </a:r>
            <a:r>
              <a:rPr dirty="0" baseline="-4728" sz="3525" spc="-240">
                <a:latin typeface="Arial MT"/>
                <a:cs typeface="Arial MT"/>
              </a:rPr>
              <a:t> </a:t>
            </a:r>
            <a:r>
              <a:rPr dirty="0" baseline="-5910" sz="3525" spc="-15">
                <a:latin typeface="Arial MT"/>
                <a:cs typeface="Arial MT"/>
              </a:rPr>
              <a:t>l!</a:t>
            </a:r>
            <a:r>
              <a:rPr dirty="0" baseline="3546" sz="3525" spc="-15">
                <a:latin typeface="Arial MT"/>
                <a:cs typeface="Arial MT"/>
              </a:rPr>
              <a:t>ch,</a:t>
            </a:r>
            <a:r>
              <a:rPr dirty="0" baseline="3546" sz="3525" spc="-577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mà</a:t>
            </a:r>
            <a:r>
              <a:rPr dirty="0" sz="2350" spc="-130">
                <a:latin typeface="Arial MT"/>
                <a:cs typeface="Arial MT"/>
              </a:rPr>
              <a:t> </a:t>
            </a:r>
            <a:r>
              <a:rPr dirty="0" sz="2350" spc="-40">
                <a:latin typeface="Arial MT"/>
                <a:cs typeface="Arial MT"/>
              </a:rPr>
              <a:t>cõn</a:t>
            </a:r>
            <a:r>
              <a:rPr dirty="0" sz="2350" spc="-120">
                <a:latin typeface="Arial MT"/>
                <a:cs typeface="Arial MT"/>
              </a:rPr>
              <a:t> </a:t>
            </a:r>
            <a:r>
              <a:rPr dirty="0" sz="2350" spc="-60">
                <a:latin typeface="Arial MT"/>
                <a:cs typeface="Arial MT"/>
              </a:rPr>
              <a:t>phàn</a:t>
            </a:r>
            <a:r>
              <a:rPr dirty="0" sz="2350" spc="-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bó</a:t>
            </a:r>
            <a:r>
              <a:rPr dirty="0" sz="2350" spc="-1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thõi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55">
                <a:latin typeface="Arial MT"/>
                <a:cs typeface="Arial MT"/>
              </a:rPr>
              <a:t>gian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 spc="-55">
                <a:latin typeface="Arial MT"/>
                <a:cs typeface="Arial MT"/>
              </a:rPr>
              <a:t>hgp</a:t>
            </a:r>
            <a:r>
              <a:rPr dirty="0" sz="2350" spc="-10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Iy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gii</a:t>
            </a:r>
            <a:r>
              <a:rPr dirty="0" sz="2350" spc="125">
                <a:latin typeface="Arial MT"/>
                <a:cs typeface="Arial MT"/>
              </a:rPr>
              <a:t> </a:t>
            </a:r>
            <a:r>
              <a:rPr dirty="0" sz="2350" spc="-180">
                <a:latin typeface="Arial MT"/>
                <a:cs typeface="Arial MT"/>
              </a:rPr>
              <a:t>a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hgc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tap</a:t>
            </a:r>
            <a:r>
              <a:rPr dirty="0" sz="2350" spc="-85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và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nghí </a:t>
            </a:r>
            <a:r>
              <a:rPr dirty="0" sz="2350" spc="-40">
                <a:latin typeface="Arial MT"/>
                <a:cs typeface="Arial MT"/>
              </a:rPr>
              <a:t>ngoi,</a:t>
            </a:r>
            <a:r>
              <a:rPr dirty="0" sz="2350" spc="-20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tránh</a:t>
            </a:r>
            <a:r>
              <a:rPr dirty="0" sz="2350" spc="-155">
                <a:latin typeface="Arial MT"/>
                <a:cs typeface="Arial MT"/>
              </a:rPr>
              <a:t> </a:t>
            </a:r>
            <a:r>
              <a:rPr dirty="0" sz="2350" spc="-50">
                <a:latin typeface="Arial MT"/>
                <a:cs typeface="Arial MT"/>
              </a:rPr>
              <a:t>quá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tái</a:t>
            </a:r>
            <a:r>
              <a:rPr dirty="0" sz="2350" spc="-100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và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hoc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lech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món.</a:t>
            </a:r>
            <a:endParaRPr sz="2350">
              <a:latin typeface="Arial MT"/>
              <a:cs typeface="Arial MT"/>
            </a:endParaRPr>
          </a:p>
          <a:p>
            <a:pPr marL="59690">
              <a:lnSpc>
                <a:spcPct val="100000"/>
              </a:lnSpc>
              <a:spcBef>
                <a:spcPts val="2190"/>
              </a:spcBef>
            </a:pPr>
            <a:r>
              <a:rPr dirty="0" sz="3450" spc="-135">
                <a:latin typeface="Arial MT"/>
                <a:cs typeface="Arial MT"/>
              </a:rPr>
              <a:t>Game</a:t>
            </a:r>
            <a:r>
              <a:rPr dirty="0" sz="3450" spc="-110">
                <a:latin typeface="Arial MT"/>
                <a:cs typeface="Arial MT"/>
              </a:rPr>
              <a:t> </a:t>
            </a:r>
            <a:r>
              <a:rPr dirty="0" sz="3450" spc="-60">
                <a:latin typeface="Arial MT"/>
                <a:cs typeface="Arial MT"/>
              </a:rPr>
              <a:t>Hóa</a:t>
            </a:r>
            <a:r>
              <a:rPr dirty="0" sz="3450" spc="-180">
                <a:latin typeface="Arial MT"/>
                <a:cs typeface="Arial MT"/>
              </a:rPr>
              <a:t> </a:t>
            </a:r>
            <a:r>
              <a:rPr dirty="0" sz="3450" spc="-25">
                <a:latin typeface="Arial MT"/>
                <a:cs typeface="Arial MT"/>
              </a:rPr>
              <a:t>Thúc</a:t>
            </a:r>
            <a:r>
              <a:rPr dirty="0" sz="3450" spc="-290">
                <a:latin typeface="Arial MT"/>
                <a:cs typeface="Arial MT"/>
              </a:rPr>
              <a:t> </a:t>
            </a:r>
            <a:r>
              <a:rPr dirty="0" sz="3450" spc="-50">
                <a:latin typeface="Arial MT"/>
                <a:cs typeface="Arial MT"/>
              </a:rPr>
              <a:t>Dây</a:t>
            </a:r>
            <a:r>
              <a:rPr dirty="0" sz="3450" spc="-210">
                <a:latin typeface="Arial MT"/>
                <a:cs typeface="Arial MT"/>
              </a:rPr>
              <a:t> </a:t>
            </a:r>
            <a:r>
              <a:rPr dirty="0" sz="3450" spc="-30">
                <a:latin typeface="Arial MT"/>
                <a:cs typeface="Arial MT"/>
              </a:rPr>
              <a:t>Dí}ng</a:t>
            </a:r>
            <a:r>
              <a:rPr dirty="0" sz="3450" spc="-150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L¿c</a:t>
            </a:r>
            <a:r>
              <a:rPr dirty="0" sz="3450" spc="-85">
                <a:latin typeface="Arial MT"/>
                <a:cs typeface="Arial MT"/>
              </a:rPr>
              <a:t> </a:t>
            </a:r>
            <a:r>
              <a:rPr dirty="0" sz="3450" spc="-175">
                <a:latin typeface="Arial MT"/>
                <a:cs typeface="Arial MT"/>
              </a:rPr>
              <a:t>Ni§i</a:t>
            </a:r>
            <a:r>
              <a:rPr dirty="0" sz="3450" spc="-200">
                <a:latin typeface="Arial MT"/>
                <a:cs typeface="Arial MT"/>
              </a:rPr>
              <a:t> </a:t>
            </a:r>
            <a:r>
              <a:rPr dirty="0" sz="3450" spc="-25">
                <a:latin typeface="Arial MT"/>
                <a:cs typeface="Arial MT"/>
              </a:rPr>
              <a:t>Tgi</a:t>
            </a:r>
            <a:endParaRPr sz="3450">
              <a:latin typeface="Arial MT"/>
              <a:cs typeface="Arial MT"/>
            </a:endParaRPr>
          </a:p>
          <a:p>
            <a:pPr marL="70485">
              <a:lnSpc>
                <a:spcPts val="2865"/>
              </a:lnSpc>
              <a:spcBef>
                <a:spcPts val="409"/>
              </a:spcBef>
            </a:pPr>
            <a:r>
              <a:rPr dirty="0" sz="2400" spc="-140">
                <a:latin typeface="Arial MT"/>
                <a:cs typeface="Arial MT"/>
              </a:rPr>
              <a:t>Àp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0">
                <a:latin typeface="Arial MT"/>
                <a:cs typeface="Arial MT"/>
              </a:rPr>
              <a:t>dung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14">
                <a:latin typeface="Arial MT"/>
                <a:cs typeface="Arial MT"/>
              </a:rPr>
              <a:t>hê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thông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diem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thuông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 spc="-220">
                <a:latin typeface="Arial MT"/>
                <a:cs typeface="Arial MT"/>
              </a:rPr>
              <a:t>(XP,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90">
                <a:latin typeface="Arial MT"/>
                <a:cs typeface="Arial MT"/>
              </a:rPr>
              <a:t>Streak,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80">
                <a:latin typeface="Arial MT"/>
                <a:cs typeface="Arial MT"/>
              </a:rPr>
              <a:t>Badges)</a:t>
            </a:r>
            <a:r>
              <a:rPr dirty="0" sz="2400" spc="30">
                <a:latin typeface="Arial MT"/>
                <a:cs typeface="Arial MT"/>
              </a:rPr>
              <a:t> </a:t>
            </a:r>
            <a:r>
              <a:rPr dirty="0" sz="2400" spc="-90">
                <a:latin typeface="Arial MT"/>
                <a:cs typeface="Arial MT"/>
              </a:rPr>
              <a:t>de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0">
                <a:latin typeface="Arial MT"/>
                <a:cs typeface="Arial MT"/>
              </a:rPr>
              <a:t>khuyen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55">
                <a:latin typeface="Arial MT"/>
                <a:cs typeface="Arial MT"/>
              </a:rPr>
              <a:t>khîch </a:t>
            </a:r>
            <a:r>
              <a:rPr dirty="0" sz="2400" spc="-25">
                <a:latin typeface="Arial MT"/>
                <a:cs typeface="Arial MT"/>
              </a:rPr>
              <a:t>si</a:t>
            </a:r>
            <a:endParaRPr sz="2400">
              <a:latin typeface="Arial MT"/>
              <a:cs typeface="Arial MT"/>
            </a:endParaRPr>
          </a:p>
          <a:p>
            <a:pPr marL="58419">
              <a:lnSpc>
                <a:spcPts val="2805"/>
              </a:lnSpc>
            </a:pPr>
            <a:r>
              <a:rPr dirty="0" sz="2350" spc="-70">
                <a:latin typeface="Arial MT"/>
                <a:cs typeface="Arial MT"/>
              </a:rPr>
              <a:t>chuyén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can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và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 spc="-70">
                <a:latin typeface="Arial MT"/>
                <a:cs typeface="Arial MT"/>
              </a:rPr>
              <a:t>nô</a:t>
            </a:r>
            <a:r>
              <a:rPr dirty="0" sz="2350" spc="-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Inc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ben</a:t>
            </a:r>
            <a:r>
              <a:rPr dirty="0" sz="2350" spc="-145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bf,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mot</a:t>
            </a:r>
            <a:r>
              <a:rPr dirty="0" sz="2350" spc="-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phvong</a:t>
            </a:r>
            <a:r>
              <a:rPr dirty="0" sz="2350" spc="-105">
                <a:latin typeface="Arial MT"/>
                <a:cs typeface="Arial MT"/>
              </a:rPr>
              <a:t> </a:t>
            </a:r>
            <a:r>
              <a:rPr dirty="0" sz="2350" spc="-40">
                <a:latin typeface="Arial MT"/>
                <a:cs typeface="Arial MT"/>
              </a:rPr>
              <a:t>phàp</a:t>
            </a:r>
            <a:r>
              <a:rPr dirty="0" sz="2350" spc="-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chua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pho</a:t>
            </a:r>
            <a:r>
              <a:rPr dirty="0" sz="2350" spc="-8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bien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tai</a:t>
            </a:r>
            <a:r>
              <a:rPr dirty="0" sz="2350" spc="-15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THPT.</a:t>
            </a:r>
            <a:endParaRPr sz="235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  <a:spcBef>
                <a:spcPts val="2080"/>
              </a:spcBef>
            </a:pPr>
            <a:r>
              <a:rPr dirty="0" sz="3550">
                <a:latin typeface="Arial MT"/>
                <a:cs typeface="Arial MT"/>
              </a:rPr>
              <a:t>AI</a:t>
            </a:r>
            <a:r>
              <a:rPr dirty="0" sz="3550" spc="-540">
                <a:latin typeface="Arial MT"/>
                <a:cs typeface="Arial MT"/>
              </a:rPr>
              <a:t> </a:t>
            </a:r>
            <a:r>
              <a:rPr dirty="0" sz="3550" spc="-45">
                <a:latin typeface="Arial MT"/>
                <a:cs typeface="Arial MT"/>
              </a:rPr>
              <a:t>Dông</a:t>
            </a:r>
            <a:r>
              <a:rPr dirty="0" sz="3550" spc="-165">
                <a:latin typeface="Arial MT"/>
                <a:cs typeface="Arial MT"/>
              </a:rPr>
              <a:t> </a:t>
            </a:r>
            <a:r>
              <a:rPr dirty="0" sz="3550" spc="-95">
                <a:latin typeface="Arial MT"/>
                <a:cs typeface="Arial MT"/>
              </a:rPr>
              <a:t>Hành,</a:t>
            </a:r>
            <a:r>
              <a:rPr dirty="0" sz="3550" spc="-105">
                <a:latin typeface="Arial MT"/>
                <a:cs typeface="Arial MT"/>
              </a:rPr>
              <a:t> </a:t>
            </a:r>
            <a:r>
              <a:rPr dirty="0" sz="3550" spc="-65">
                <a:latin typeface="Arial MT"/>
                <a:cs typeface="Arial MT"/>
              </a:rPr>
              <a:t>Không</a:t>
            </a:r>
            <a:r>
              <a:rPr dirty="0" sz="3550" spc="-130">
                <a:latin typeface="Arial MT"/>
                <a:cs typeface="Arial MT"/>
              </a:rPr>
              <a:t> </a:t>
            </a:r>
            <a:r>
              <a:rPr dirty="0" sz="3550" spc="-100">
                <a:latin typeface="Arial MT"/>
                <a:cs typeface="Arial MT"/>
              </a:rPr>
              <a:t>Thay</a:t>
            </a:r>
            <a:r>
              <a:rPr dirty="0" sz="3550" spc="-130">
                <a:latin typeface="Arial MT"/>
                <a:cs typeface="Arial MT"/>
              </a:rPr>
              <a:t> </a:t>
            </a:r>
            <a:r>
              <a:rPr dirty="0" sz="3550" spc="30">
                <a:latin typeface="Arial MT"/>
                <a:cs typeface="Arial MT"/>
              </a:rPr>
              <a:t>Thg</a:t>
            </a:r>
            <a:endParaRPr sz="3550">
              <a:latin typeface="Arial MT"/>
              <a:cs typeface="Arial MT"/>
            </a:endParaRPr>
          </a:p>
          <a:p>
            <a:pPr marL="58419" marR="123825" indent="10160">
              <a:lnSpc>
                <a:spcPts val="2800"/>
              </a:lnSpc>
              <a:spcBef>
                <a:spcPts val="450"/>
              </a:spcBef>
            </a:pPr>
            <a:r>
              <a:rPr dirty="0" sz="2350" spc="-120">
                <a:latin typeface="Arial MT"/>
                <a:cs typeface="Arial MT"/>
              </a:rPr>
              <a:t>Xây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170">
                <a:latin typeface="Arial MT"/>
                <a:cs typeface="Arial MT"/>
              </a:rPr>
              <a:t>ding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90">
                <a:latin typeface="Arial MT"/>
                <a:cs typeface="Arial MT"/>
              </a:rPr>
              <a:t>AI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80">
                <a:latin typeface="Arial MT"/>
                <a:cs typeface="Arial MT"/>
              </a:rPr>
              <a:t>nh‹r</a:t>
            </a:r>
            <a:r>
              <a:rPr dirty="0" sz="2350" spc="-10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mot</a:t>
            </a:r>
            <a:r>
              <a:rPr dirty="0" sz="2350" spc="-120">
                <a:latin typeface="Arial MT"/>
                <a:cs typeface="Arial MT"/>
              </a:rPr>
              <a:t> </a:t>
            </a:r>
            <a:r>
              <a:rPr dirty="0" sz="2350" spc="50">
                <a:latin typeface="Arial MT"/>
                <a:cs typeface="Arial MT"/>
              </a:rPr>
              <a:t>"try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Iy"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ge</a:t>
            </a:r>
            <a:r>
              <a:rPr dirty="0" sz="2350" spc="-3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 spc="110">
                <a:latin typeface="Arial MT"/>
                <a:cs typeface="Arial MT"/>
              </a:rPr>
              <a:t>mô</a:t>
            </a:r>
            <a:r>
              <a:rPr dirty="0" sz="2350" spc="-250">
                <a:latin typeface="Arial MT"/>
                <a:cs typeface="Arial MT"/>
              </a:rPr>
              <a:t> </a:t>
            </a:r>
            <a:r>
              <a:rPr dirty="0" sz="2350" spc="65">
                <a:latin typeface="Arial MT"/>
                <a:cs typeface="Arial MT"/>
              </a:rPr>
              <a:t>te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-65">
                <a:latin typeface="Arial MT"/>
                <a:cs typeface="Arial MT"/>
              </a:rPr>
              <a:t>duy</a:t>
            </a:r>
            <a:r>
              <a:rPr dirty="0" sz="2350" spc="-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cho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hgc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sinh</a:t>
            </a:r>
            <a:r>
              <a:rPr dirty="0" sz="2350" spc="-20">
                <a:latin typeface="Arial MT"/>
                <a:cs typeface="Arial MT"/>
              </a:rPr>
              <a:t> </a:t>
            </a:r>
            <a:r>
              <a:rPr dirty="0" sz="2350" spc="-145">
                <a:latin typeface="Arial MT"/>
                <a:cs typeface="Arial MT"/>
              </a:rPr>
              <a:t>và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giám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tái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cóng </a:t>
            </a:r>
            <a:r>
              <a:rPr dirty="0" sz="2350">
                <a:latin typeface="Arial MT"/>
                <a:cs typeface="Arial MT"/>
              </a:rPr>
              <a:t>công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viec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cho</a:t>
            </a:r>
            <a:r>
              <a:rPr dirty="0" sz="2350" spc="-10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giáo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65">
                <a:latin typeface="Arial MT"/>
                <a:cs typeface="Arial MT"/>
              </a:rPr>
              <a:t>vién,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giti</a:t>
            </a:r>
            <a:r>
              <a:rPr dirty="0" sz="2350" spc="-16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vai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trõ</a:t>
            </a:r>
            <a:r>
              <a:rPr dirty="0" sz="2350" spc="-1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trung</a:t>
            </a:r>
            <a:r>
              <a:rPr dirty="0" sz="2350" spc="-10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tâm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cúa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-40">
                <a:latin typeface="Arial MT"/>
                <a:cs typeface="Arial MT"/>
              </a:rPr>
              <a:t>con</a:t>
            </a:r>
            <a:r>
              <a:rPr dirty="0" sz="2350" spc="-12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nguõi.</a:t>
            </a:r>
            <a:endParaRPr sz="2350">
              <a:latin typeface="Arial MT"/>
              <a:cs typeface="Arial MT"/>
            </a:endParaRPr>
          </a:p>
          <a:p>
            <a:pPr marL="59690">
              <a:lnSpc>
                <a:spcPct val="100000"/>
              </a:lnSpc>
              <a:spcBef>
                <a:spcPts val="1689"/>
              </a:spcBef>
            </a:pPr>
            <a:r>
              <a:rPr dirty="0" sz="3550">
                <a:latin typeface="Arial MT"/>
                <a:cs typeface="Arial MT"/>
              </a:rPr>
              <a:t>Trien</a:t>
            </a:r>
            <a:r>
              <a:rPr dirty="0" sz="3550" spc="-220">
                <a:latin typeface="Arial MT"/>
                <a:cs typeface="Arial MT"/>
              </a:rPr>
              <a:t> </a:t>
            </a:r>
            <a:r>
              <a:rPr dirty="0" sz="3550" spc="-50">
                <a:latin typeface="Arial MT"/>
                <a:cs typeface="Arial MT"/>
              </a:rPr>
              <a:t>Khai</a:t>
            </a:r>
            <a:r>
              <a:rPr dirty="0" sz="3550" spc="-150">
                <a:latin typeface="Arial MT"/>
                <a:cs typeface="Arial MT"/>
              </a:rPr>
              <a:t> </a:t>
            </a:r>
            <a:r>
              <a:rPr dirty="0" sz="3550" spc="-65">
                <a:latin typeface="Arial MT"/>
                <a:cs typeface="Arial MT"/>
              </a:rPr>
              <a:t>Th¿c</a:t>
            </a:r>
            <a:r>
              <a:rPr dirty="0" sz="3550" spc="-110">
                <a:latin typeface="Arial MT"/>
                <a:cs typeface="Arial MT"/>
              </a:rPr>
              <a:t> </a:t>
            </a:r>
            <a:r>
              <a:rPr dirty="0" sz="3550">
                <a:latin typeface="Arial MT"/>
                <a:cs typeface="Arial MT"/>
              </a:rPr>
              <a:t>Tien,</a:t>
            </a:r>
            <a:r>
              <a:rPr dirty="0" sz="3550" spc="-210">
                <a:latin typeface="Arial MT"/>
                <a:cs typeface="Arial MT"/>
              </a:rPr>
              <a:t> </a:t>
            </a:r>
            <a:r>
              <a:rPr dirty="0" sz="3550" spc="-65">
                <a:latin typeface="Arial MT"/>
                <a:cs typeface="Arial MT"/>
              </a:rPr>
              <a:t>Chi</a:t>
            </a:r>
            <a:r>
              <a:rPr dirty="0" sz="3550" spc="-190">
                <a:latin typeface="Arial MT"/>
                <a:cs typeface="Arial MT"/>
              </a:rPr>
              <a:t> </a:t>
            </a:r>
            <a:r>
              <a:rPr dirty="0" sz="3550" spc="-30">
                <a:latin typeface="Arial MT"/>
                <a:cs typeface="Arial MT"/>
              </a:rPr>
              <a:t>Phí</a:t>
            </a:r>
            <a:r>
              <a:rPr dirty="0" sz="3550" spc="-310">
                <a:latin typeface="Arial MT"/>
                <a:cs typeface="Arial MT"/>
              </a:rPr>
              <a:t> </a:t>
            </a:r>
            <a:r>
              <a:rPr dirty="0" sz="3550" spc="-20">
                <a:latin typeface="Arial MT"/>
                <a:cs typeface="Arial MT"/>
              </a:rPr>
              <a:t>Thap</a:t>
            </a:r>
            <a:endParaRPr sz="3550">
              <a:latin typeface="Arial MT"/>
              <a:cs typeface="Arial MT"/>
            </a:endParaRPr>
          </a:p>
          <a:p>
            <a:pPr marL="63500" marR="398145" indent="4445">
              <a:lnSpc>
                <a:spcPct val="103299"/>
              </a:lnSpc>
              <a:spcBef>
                <a:spcPts val="300"/>
              </a:spcBef>
            </a:pPr>
            <a:r>
              <a:rPr dirty="0" sz="2300" spc="-70">
                <a:latin typeface="Arial MT"/>
                <a:cs typeface="Arial MT"/>
              </a:rPr>
              <a:t>Cung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cap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mô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hinh</a:t>
            </a:r>
            <a:r>
              <a:rPr dirty="0" sz="2300" spc="-15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Eng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dung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 spc="-30">
                <a:latin typeface="Arial MT"/>
                <a:cs typeface="Arial MT"/>
              </a:rPr>
              <a:t>AI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khá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thi,</a:t>
            </a:r>
            <a:r>
              <a:rPr dirty="0" sz="2300" spc="-1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có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trien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khai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30">
                <a:latin typeface="Arial MT"/>
                <a:cs typeface="Arial MT"/>
              </a:rPr>
              <a:t>ngay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tai</a:t>
            </a:r>
            <a:r>
              <a:rPr dirty="0" sz="2300" spc="-15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truõng </a:t>
            </a:r>
            <a:r>
              <a:rPr dirty="0" sz="2300" spc="-80">
                <a:latin typeface="Arial MT"/>
                <a:cs typeface="Arial MT"/>
              </a:rPr>
              <a:t>THPT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mà</a:t>
            </a:r>
            <a:r>
              <a:rPr dirty="0" sz="2300" spc="2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không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phu</a:t>
            </a:r>
            <a:r>
              <a:rPr dirty="0" sz="2300" spc="-1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thuoc</a:t>
            </a:r>
            <a:r>
              <a:rPr dirty="0" sz="2300" spc="5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vào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ha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tsng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phúc</a:t>
            </a:r>
            <a:r>
              <a:rPr dirty="0" sz="2300" spc="4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tap.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500" y="2120900"/>
            <a:ext cx="15849600" cy="482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5438" y="704497"/>
            <a:ext cx="14695805" cy="9251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8150" algn="l"/>
              </a:tabLst>
            </a:pPr>
            <a:r>
              <a:rPr dirty="0" sz="5900" spc="-25">
                <a:solidFill>
                  <a:srgbClr val="034260"/>
                </a:solidFill>
                <a:latin typeface="Cambria"/>
                <a:cs typeface="Cambria"/>
              </a:rPr>
              <a:t>G3n</a:t>
            </a:r>
            <a:r>
              <a:rPr dirty="0" sz="5900">
                <a:solidFill>
                  <a:srgbClr val="034260"/>
                </a:solidFill>
                <a:latin typeface="Cambria"/>
                <a:cs typeface="Cambria"/>
              </a:rPr>
              <a:t>	</a:t>
            </a:r>
            <a:r>
              <a:rPr dirty="0" sz="5900" spc="140">
                <a:solidFill>
                  <a:srgbClr val="033652"/>
                </a:solidFill>
                <a:latin typeface="Cambria"/>
                <a:cs typeface="Cambria"/>
              </a:rPr>
              <a:t>Trúc</a:t>
            </a:r>
            <a:r>
              <a:rPr dirty="0" sz="5900" spc="-245">
                <a:solidFill>
                  <a:srgbClr val="033652"/>
                </a:solidFill>
                <a:latin typeface="Cambria"/>
                <a:cs typeface="Cambria"/>
              </a:rPr>
              <a:t> </a:t>
            </a:r>
            <a:r>
              <a:rPr dirty="0" sz="5900">
                <a:solidFill>
                  <a:srgbClr val="013852"/>
                </a:solidFill>
                <a:latin typeface="Cambria"/>
                <a:cs typeface="Cambria"/>
              </a:rPr>
              <a:t>HÇ</a:t>
            </a:r>
            <a:r>
              <a:rPr dirty="0" sz="5900" spc="-285">
                <a:solidFill>
                  <a:srgbClr val="013852"/>
                </a:solidFill>
                <a:latin typeface="Cambria"/>
                <a:cs typeface="Cambria"/>
              </a:rPr>
              <a:t> </a:t>
            </a:r>
            <a:r>
              <a:rPr dirty="0" sz="5900">
                <a:solidFill>
                  <a:srgbClr val="033B56"/>
                </a:solidFill>
                <a:latin typeface="Cambria"/>
                <a:cs typeface="Cambria"/>
              </a:rPr>
              <a:t>ThÔng</a:t>
            </a:r>
            <a:r>
              <a:rPr dirty="0" sz="5900" spc="114">
                <a:solidFill>
                  <a:srgbClr val="033B56"/>
                </a:solidFill>
                <a:latin typeface="Cambria"/>
                <a:cs typeface="Cambria"/>
              </a:rPr>
              <a:t> </a:t>
            </a:r>
            <a:r>
              <a:rPr dirty="0" sz="5900" spc="170">
                <a:solidFill>
                  <a:srgbClr val="053D5B"/>
                </a:solidFill>
                <a:latin typeface="Cambria"/>
                <a:cs typeface="Cambria"/>
              </a:rPr>
              <a:t>và</a:t>
            </a:r>
            <a:r>
              <a:rPr dirty="0" sz="5900" spc="-390">
                <a:solidFill>
                  <a:srgbClr val="053D5B"/>
                </a:solidFill>
                <a:latin typeface="Cambria"/>
                <a:cs typeface="Cambria"/>
              </a:rPr>
              <a:t> </a:t>
            </a:r>
            <a:r>
              <a:rPr dirty="0" sz="5900" spc="65">
                <a:solidFill>
                  <a:srgbClr val="033857"/>
                </a:solidFill>
                <a:latin typeface="Cambria"/>
                <a:cs typeface="Cambria"/>
              </a:rPr>
              <a:t>N2n</a:t>
            </a:r>
            <a:r>
              <a:rPr dirty="0" sz="5900" spc="-245">
                <a:solidFill>
                  <a:srgbClr val="033857"/>
                </a:solidFill>
                <a:latin typeface="Cambria"/>
                <a:cs typeface="Cambria"/>
              </a:rPr>
              <a:t> </a:t>
            </a:r>
            <a:r>
              <a:rPr dirty="0" sz="5900" spc="120">
                <a:solidFill>
                  <a:srgbClr val="053850"/>
                </a:solidFill>
                <a:latin typeface="Cambria"/>
                <a:cs typeface="Cambria"/>
              </a:rPr>
              <a:t>Táng</a:t>
            </a:r>
            <a:r>
              <a:rPr dirty="0" sz="5900" spc="50">
                <a:solidFill>
                  <a:srgbClr val="053850"/>
                </a:solidFill>
                <a:latin typeface="Cambria"/>
                <a:cs typeface="Cambria"/>
              </a:rPr>
              <a:t> </a:t>
            </a:r>
            <a:r>
              <a:rPr dirty="0" sz="5900" spc="185">
                <a:solidFill>
                  <a:srgbClr val="033F5D"/>
                </a:solidFill>
                <a:latin typeface="Cambria"/>
                <a:cs typeface="Cambria"/>
              </a:rPr>
              <a:t>Công</a:t>
            </a:r>
            <a:r>
              <a:rPr dirty="0" sz="5900" spc="-20">
                <a:solidFill>
                  <a:srgbClr val="033F5D"/>
                </a:solidFill>
                <a:latin typeface="Cambria"/>
                <a:cs typeface="Cambria"/>
              </a:rPr>
              <a:t> </a:t>
            </a:r>
            <a:r>
              <a:rPr dirty="0" sz="5900" spc="75">
                <a:solidFill>
                  <a:srgbClr val="013852"/>
                </a:solidFill>
                <a:latin typeface="Cambria"/>
                <a:cs typeface="Cambria"/>
              </a:rPr>
              <a:t>NghÇ</a:t>
            </a:r>
            <a:endParaRPr sz="59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86707" y="2311047"/>
            <a:ext cx="60325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20">
                <a:latin typeface="Arial MT"/>
                <a:cs typeface="Arial MT"/>
              </a:rPr>
              <a:t>User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68359" y="2279650"/>
            <a:ext cx="1680845" cy="74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604">
              <a:lnSpc>
                <a:spcPts val="2925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Frontend: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ts val="2745"/>
              </a:lnSpc>
            </a:pPr>
            <a:r>
              <a:rPr dirty="0" sz="2350" spc="-70">
                <a:latin typeface="Arial MT"/>
                <a:cs typeface="Arial MT"/>
              </a:rPr>
              <a:t>Next.js/React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16287" y="7508169"/>
            <a:ext cx="859028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dirty="0" baseline="1157" sz="3600">
                <a:latin typeface="Arial MT"/>
                <a:cs typeface="Arial MT"/>
              </a:rPr>
              <a:t>Ngvõi</a:t>
            </a:r>
            <a:r>
              <a:rPr dirty="0" baseline="1157" sz="3600" spc="44">
                <a:latin typeface="Arial MT"/>
                <a:cs typeface="Arial MT"/>
              </a:rPr>
              <a:t> </a:t>
            </a:r>
            <a:r>
              <a:rPr dirty="0" baseline="1157" sz="3600" spc="-75">
                <a:latin typeface="Arial MT"/>
                <a:cs typeface="Arial MT"/>
              </a:rPr>
              <a:t>dúng</a:t>
            </a:r>
            <a:r>
              <a:rPr dirty="0" baseline="1157" sz="3600" spc="-142">
                <a:latin typeface="Arial MT"/>
                <a:cs typeface="Arial MT"/>
              </a:rPr>
              <a:t> </a:t>
            </a:r>
            <a:r>
              <a:rPr dirty="0" baseline="1157" sz="3600" spc="202">
                <a:latin typeface="Arial MT"/>
                <a:cs typeface="Arial MT"/>
              </a:rPr>
              <a:t>trang</a:t>
            </a:r>
            <a:r>
              <a:rPr dirty="0" baseline="1157" sz="3600" spc="-150">
                <a:latin typeface="Arial MT"/>
                <a:cs typeface="Arial MT"/>
              </a:rPr>
              <a:t> </a:t>
            </a:r>
            <a:r>
              <a:rPr dirty="0" baseline="1157" sz="3600">
                <a:latin typeface="Arial MT"/>
                <a:cs typeface="Arial MT"/>
              </a:rPr>
              <a:t>tác</a:t>
            </a:r>
            <a:r>
              <a:rPr dirty="0" baseline="1157" sz="3600" spc="60">
                <a:latin typeface="Arial MT"/>
                <a:cs typeface="Arial MT"/>
              </a:rPr>
              <a:t> </a:t>
            </a:r>
            <a:r>
              <a:rPr dirty="0" baseline="1157" sz="3600" spc="-15">
                <a:latin typeface="Arial MT"/>
                <a:cs typeface="Arial MT"/>
              </a:rPr>
              <a:t>qua giao</a:t>
            </a:r>
            <a:r>
              <a:rPr dirty="0" baseline="1157" sz="3600" spc="30">
                <a:latin typeface="Arial MT"/>
                <a:cs typeface="Arial MT"/>
              </a:rPr>
              <a:t> </a:t>
            </a:r>
            <a:r>
              <a:rPr dirty="0" baseline="1157" sz="3600" spc="-30">
                <a:latin typeface="Arial MT"/>
                <a:cs typeface="Arial MT"/>
              </a:rPr>
              <a:t>dien</a:t>
            </a:r>
            <a:r>
              <a:rPr dirty="0" baseline="1157" sz="3600" spc="7">
                <a:latin typeface="Arial MT"/>
                <a:cs typeface="Arial MT"/>
              </a:rPr>
              <a:t> </a:t>
            </a:r>
            <a:r>
              <a:rPr dirty="0" baseline="1157" sz="3600" spc="-112">
                <a:latin typeface="Arial MT"/>
                <a:cs typeface="Arial MT"/>
              </a:rPr>
              <a:t>web,</a:t>
            </a:r>
            <a:r>
              <a:rPr dirty="0" baseline="1157" sz="3600" spc="-179">
                <a:latin typeface="Arial MT"/>
                <a:cs typeface="Arial MT"/>
              </a:rPr>
              <a:t> </a:t>
            </a:r>
            <a:r>
              <a:rPr dirty="0" baseline="1157" sz="3600" spc="-120">
                <a:latin typeface="Arial MT"/>
                <a:cs typeface="Arial MT"/>
              </a:rPr>
              <a:t>yéu</a:t>
            </a:r>
            <a:r>
              <a:rPr dirty="0" baseline="1157" sz="3600" spc="-97">
                <a:latin typeface="Arial MT"/>
                <a:cs typeface="Arial MT"/>
              </a:rPr>
              <a:t> </a:t>
            </a:r>
            <a:r>
              <a:rPr dirty="0" baseline="1157" sz="3600">
                <a:latin typeface="Arial MT"/>
                <a:cs typeface="Arial MT"/>
              </a:rPr>
              <a:t>csu</a:t>
            </a:r>
            <a:r>
              <a:rPr dirty="0" baseline="1157" sz="3600" spc="-104">
                <a:latin typeface="Arial MT"/>
                <a:cs typeface="Arial MT"/>
              </a:rPr>
              <a:t> </a:t>
            </a:r>
            <a:r>
              <a:rPr dirty="0" baseline="1157" sz="3600" spc="75">
                <a:latin typeface="Arial MT"/>
                <a:cs typeface="Arial MT"/>
              </a:rPr>
              <a:t>dvoc</a:t>
            </a:r>
            <a:r>
              <a:rPr dirty="0" baseline="1157" sz="3600" spc="104">
                <a:latin typeface="Arial MT"/>
                <a:cs typeface="Arial MT"/>
              </a:rPr>
              <a:t> </a:t>
            </a:r>
            <a:r>
              <a:rPr dirty="0" baseline="1157" sz="3600" spc="142">
                <a:latin typeface="Arial MT"/>
                <a:cs typeface="Arial MT"/>
              </a:rPr>
              <a:t>xú</a:t>
            </a:r>
            <a:r>
              <a:rPr dirty="0" baseline="1157" sz="3600" spc="-487">
                <a:latin typeface="Arial MT"/>
                <a:cs typeface="Arial MT"/>
              </a:rPr>
              <a:t> </a:t>
            </a:r>
            <a:r>
              <a:rPr dirty="0" baseline="1157" sz="3600">
                <a:latin typeface="Arial MT"/>
                <a:cs typeface="Arial MT"/>
              </a:rPr>
              <a:t>I</a:t>
            </a:r>
            <a:r>
              <a:rPr dirty="0" baseline="-19157" sz="2175">
                <a:latin typeface="Arial MT"/>
                <a:cs typeface="Arial MT"/>
              </a:rPr>
              <a:t>y</a:t>
            </a:r>
            <a:r>
              <a:rPr dirty="0" baseline="-19157" sz="2175" spc="719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b</a:t>
            </a:r>
            <a:r>
              <a:rPr dirty="0" baseline="1157" sz="3600" spc="-37">
                <a:latin typeface="Arial MT"/>
                <a:cs typeface="Arial MT"/>
              </a:rPr>
              <a:t>ôi</a:t>
            </a:r>
            <a:endParaRPr baseline="1157" sz="3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7700" y="7851069"/>
            <a:ext cx="863409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65">
                <a:latin typeface="Arial MT"/>
                <a:cs typeface="Arial MT"/>
              </a:rPr>
              <a:t>backend,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sau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õó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backend</a:t>
            </a:r>
            <a:r>
              <a:rPr dirty="0" sz="2400" spc="40">
                <a:latin typeface="Arial MT"/>
                <a:cs typeface="Arial MT"/>
              </a:rPr>
              <a:t> </a:t>
            </a:r>
            <a:r>
              <a:rPr dirty="0" sz="2400" spc="-110">
                <a:latin typeface="Arial MT"/>
                <a:cs typeface="Arial MT"/>
              </a:rPr>
              <a:t>xây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175">
                <a:latin typeface="Arial MT"/>
                <a:cs typeface="Arial MT"/>
              </a:rPr>
              <a:t>ding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prompt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 spc="-95">
                <a:latin typeface="Arial MT"/>
                <a:cs typeface="Arial MT"/>
              </a:rPr>
              <a:t>và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gúi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70">
                <a:latin typeface="Arial MT"/>
                <a:cs typeface="Arial MT"/>
              </a:rPr>
              <a:t>Gemini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API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8643" y="8200319"/>
            <a:ext cx="8193405" cy="742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ts val="2715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de</a:t>
            </a:r>
            <a:r>
              <a:rPr dirty="0" sz="2400" spc="-1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nhan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phân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hoi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thông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minh,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cuõi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cung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65">
                <a:latin typeface="Arial MT"/>
                <a:cs typeface="Arial MT"/>
              </a:rPr>
              <a:t>hien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baseline="3472" sz="3600" spc="104">
                <a:latin typeface="Arial MT"/>
                <a:cs typeface="Arial MT"/>
              </a:rPr>
              <a:t>th</a:t>
            </a:r>
            <a:r>
              <a:rPr dirty="0" baseline="-5787" sz="3600" spc="104">
                <a:latin typeface="Arial MT"/>
                <a:cs typeface="Arial MT"/>
              </a:rPr>
              <a:t>!</a:t>
            </a:r>
            <a:r>
              <a:rPr dirty="0" baseline="-5787" sz="3600" spc="-427">
                <a:latin typeface="Arial MT"/>
                <a:cs typeface="Arial MT"/>
              </a:rPr>
              <a:t> </a:t>
            </a:r>
            <a:r>
              <a:rPr dirty="0" baseline="-5787" sz="3600">
                <a:latin typeface="Arial MT"/>
                <a:cs typeface="Arial MT"/>
              </a:rPr>
              <a:t>l</a:t>
            </a:r>
            <a:r>
              <a:rPr dirty="0" baseline="3472" sz="3600">
                <a:latin typeface="Arial MT"/>
                <a:cs typeface="Arial MT"/>
              </a:rPr>
              <a:t>ai</a:t>
            </a:r>
            <a:r>
              <a:rPr dirty="0" baseline="3472" sz="3600" spc="-2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nguõi</a:t>
            </a:r>
            <a:endParaRPr sz="2400">
              <a:latin typeface="Arial MT"/>
              <a:cs typeface="Arial MT"/>
            </a:endParaRPr>
          </a:p>
          <a:p>
            <a:pPr marL="38100">
              <a:lnSpc>
                <a:spcPts val="2895"/>
              </a:lnSpc>
            </a:pPr>
            <a:r>
              <a:rPr dirty="0" sz="2550" spc="-10">
                <a:latin typeface="Arial MT"/>
                <a:cs typeface="Arial MT"/>
              </a:rPr>
              <a:t>dúng.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871130" y="2323747"/>
            <a:ext cx="1978660" cy="70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7780">
              <a:lnSpc>
                <a:spcPts val="2565"/>
              </a:lnSpc>
              <a:spcBef>
                <a:spcPts val="100"/>
              </a:spcBef>
            </a:pPr>
            <a:r>
              <a:rPr dirty="0" sz="2150" spc="-10">
                <a:latin typeface="Arial MT"/>
                <a:cs typeface="Arial MT"/>
              </a:rPr>
              <a:t>Backend:</a:t>
            </a:r>
            <a:endParaRPr sz="2150">
              <a:latin typeface="Arial MT"/>
              <a:cs typeface="Arial MT"/>
            </a:endParaRPr>
          </a:p>
          <a:p>
            <a:pPr algn="ctr">
              <a:lnSpc>
                <a:spcPts val="2745"/>
              </a:lnSpc>
            </a:pPr>
            <a:r>
              <a:rPr dirty="0" sz="2300" spc="-10">
                <a:latin typeface="Arial MT"/>
                <a:cs typeface="Arial MT"/>
              </a:rPr>
              <a:t>Node.js/Prisma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40649" y="5092347"/>
            <a:ext cx="2030730" cy="63944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 indent="573405">
              <a:lnSpc>
                <a:spcPts val="2250"/>
              </a:lnSpc>
              <a:spcBef>
                <a:spcPts val="450"/>
              </a:spcBef>
            </a:pPr>
            <a:r>
              <a:rPr dirty="0" sz="2150" spc="-65">
                <a:latin typeface="Arial MT"/>
                <a:cs typeface="Arial MT"/>
              </a:rPr>
              <a:t>Al</a:t>
            </a:r>
            <a:r>
              <a:rPr dirty="0" sz="2150" spc="-20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Core: </a:t>
            </a:r>
            <a:r>
              <a:rPr dirty="0" sz="2150" spc="-200">
                <a:latin typeface="Arial MT"/>
                <a:cs typeface="Arial MT"/>
              </a:rPr>
              <a:t>Google</a:t>
            </a:r>
            <a:r>
              <a:rPr dirty="0" sz="2150" spc="50">
                <a:latin typeface="Arial MT"/>
                <a:cs typeface="Arial MT"/>
              </a:rPr>
              <a:t> </a:t>
            </a:r>
            <a:r>
              <a:rPr dirty="0" sz="2150" spc="-160">
                <a:latin typeface="Arial MT"/>
                <a:cs typeface="Arial MT"/>
              </a:rPr>
              <a:t>Gemini</a:t>
            </a:r>
            <a:r>
              <a:rPr dirty="0" sz="2150" spc="50">
                <a:latin typeface="Arial MT"/>
                <a:cs typeface="Arial MT"/>
              </a:rPr>
              <a:t> </a:t>
            </a:r>
            <a:r>
              <a:rPr dirty="0" sz="2150" spc="-215">
                <a:latin typeface="Arial MT"/>
                <a:cs typeface="Arial MT"/>
              </a:rPr>
              <a:t>API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058531" y="2297288"/>
            <a:ext cx="2059939" cy="726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3810">
              <a:lnSpc>
                <a:spcPts val="2785"/>
              </a:lnSpc>
              <a:spcBef>
                <a:spcPts val="110"/>
              </a:spcBef>
            </a:pPr>
            <a:r>
              <a:rPr dirty="0" sz="2350" spc="-10">
                <a:latin typeface="Arial MT"/>
                <a:cs typeface="Arial MT"/>
              </a:rPr>
              <a:t>Database:</a:t>
            </a:r>
            <a:endParaRPr sz="2350">
              <a:latin typeface="Arial MT"/>
              <a:cs typeface="Arial MT"/>
            </a:endParaRPr>
          </a:p>
          <a:p>
            <a:pPr algn="ctr">
              <a:lnSpc>
                <a:spcPts val="2725"/>
              </a:lnSpc>
            </a:pPr>
            <a:r>
              <a:rPr dirty="0" sz="2300" spc="-45">
                <a:latin typeface="Arial MT"/>
                <a:cs typeface="Arial MT"/>
              </a:rPr>
              <a:t>SQLite/Postgres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768681" y="7441847"/>
            <a:ext cx="5722620" cy="168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5"/>
              </a:lnSpc>
              <a:spcBef>
                <a:spcPts val="100"/>
              </a:spcBef>
            </a:pPr>
            <a:r>
              <a:rPr dirty="0" sz="2150" spc="-40">
                <a:solidFill>
                  <a:srgbClr val="16384B"/>
                </a:solidFill>
                <a:latin typeface="Arial MT"/>
                <a:cs typeface="Arial MT"/>
              </a:rPr>
              <a:t>Cong</a:t>
            </a:r>
            <a:r>
              <a:rPr dirty="0" sz="2150" spc="-80">
                <a:solidFill>
                  <a:srgbClr val="16384B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A3644"/>
                </a:solidFill>
                <a:latin typeface="Arial MT"/>
                <a:cs typeface="Arial MT"/>
              </a:rPr>
              <a:t>nghe</a:t>
            </a:r>
            <a:r>
              <a:rPr dirty="0" sz="2150" spc="45">
                <a:solidFill>
                  <a:srgbClr val="1A3644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113346"/>
                </a:solidFill>
                <a:latin typeface="Arial MT"/>
                <a:cs typeface="Arial MT"/>
              </a:rPr>
              <a:t>sv</a:t>
            </a:r>
            <a:r>
              <a:rPr dirty="0" sz="2150" spc="114">
                <a:solidFill>
                  <a:srgbClr val="113346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282828"/>
                </a:solidFill>
                <a:latin typeface="Arial MT"/>
                <a:cs typeface="Arial MT"/>
              </a:rPr>
              <a:t>dung:</a:t>
            </a:r>
            <a:endParaRPr sz="2150">
              <a:latin typeface="Arial MT"/>
              <a:cs typeface="Arial MT"/>
            </a:endParaRPr>
          </a:p>
          <a:p>
            <a:pPr marL="155575" indent="-139065">
              <a:lnSpc>
                <a:spcPts val="2665"/>
              </a:lnSpc>
              <a:buChar char="-"/>
              <a:tabLst>
                <a:tab pos="155575" algn="l"/>
              </a:tabLst>
            </a:pPr>
            <a:r>
              <a:rPr dirty="0" sz="2300" spc="-110">
                <a:latin typeface="Arial MT"/>
                <a:cs typeface="Arial MT"/>
              </a:rPr>
              <a:t>Ngôn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ngÜ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TypeScript</a:t>
            </a:r>
            <a:endParaRPr sz="2300">
              <a:latin typeface="Arial MT"/>
              <a:cs typeface="Arial MT"/>
            </a:endParaRPr>
          </a:p>
          <a:p>
            <a:pPr marL="155575" indent="-139065">
              <a:lnSpc>
                <a:spcPts val="2725"/>
              </a:lnSpc>
              <a:buChar char="-"/>
              <a:tabLst>
                <a:tab pos="155575" algn="l"/>
              </a:tabLst>
            </a:pPr>
            <a:r>
              <a:rPr dirty="0" sz="2300" spc="-150">
                <a:latin typeface="Arial MT"/>
                <a:cs typeface="Arial MT"/>
              </a:rPr>
              <a:t>Nen</a:t>
            </a:r>
            <a:r>
              <a:rPr dirty="0" sz="2300" spc="-30">
                <a:latin typeface="Arial MT"/>
                <a:cs typeface="Arial MT"/>
              </a:rPr>
              <a:t> táng</a:t>
            </a:r>
            <a:r>
              <a:rPr dirty="0" sz="2300" spc="-125">
                <a:latin typeface="Arial MT"/>
                <a:cs typeface="Arial MT"/>
              </a:rPr>
              <a:t> </a:t>
            </a:r>
            <a:r>
              <a:rPr dirty="0" sz="2300" spc="-210">
                <a:latin typeface="Arial MT"/>
                <a:cs typeface="Arial MT"/>
              </a:rPr>
              <a:t>Web: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40">
                <a:latin typeface="Arial MT"/>
                <a:cs typeface="Arial MT"/>
              </a:rPr>
              <a:t>Next.js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(React)</a:t>
            </a:r>
            <a:endParaRPr sz="2300">
              <a:latin typeface="Arial MT"/>
              <a:cs typeface="Arial MT"/>
            </a:endParaRPr>
          </a:p>
          <a:p>
            <a:pPr marL="164465" indent="-147320">
              <a:lnSpc>
                <a:spcPts val="2560"/>
              </a:lnSpc>
              <a:buClr>
                <a:srgbClr val="131313"/>
              </a:buClr>
              <a:buChar char="-"/>
              <a:tabLst>
                <a:tab pos="164465" algn="l"/>
              </a:tabLst>
            </a:pPr>
            <a:r>
              <a:rPr dirty="0" sz="2150" spc="-40">
                <a:latin typeface="Arial MT"/>
                <a:cs typeface="Arial MT"/>
              </a:rPr>
              <a:t>Công</a:t>
            </a:r>
            <a:r>
              <a:rPr dirty="0" sz="2150" spc="-11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nghe</a:t>
            </a:r>
            <a:r>
              <a:rPr dirty="0" sz="2150" spc="-145">
                <a:latin typeface="Arial MT"/>
                <a:cs typeface="Arial MT"/>
              </a:rPr>
              <a:t> </a:t>
            </a:r>
            <a:r>
              <a:rPr dirty="0" sz="2150" spc="-75">
                <a:latin typeface="Arial MT"/>
                <a:cs typeface="Arial MT"/>
              </a:rPr>
              <a:t>AI: </a:t>
            </a:r>
            <a:r>
              <a:rPr dirty="0" sz="2150" spc="-20">
                <a:latin typeface="Arial MT"/>
                <a:cs typeface="Arial MT"/>
              </a:rPr>
              <a:t>Google</a:t>
            </a:r>
            <a:r>
              <a:rPr dirty="0" sz="2150" spc="-85">
                <a:latin typeface="Arial MT"/>
                <a:cs typeface="Arial MT"/>
              </a:rPr>
              <a:t> </a:t>
            </a:r>
            <a:r>
              <a:rPr dirty="0" sz="2150" spc="-40">
                <a:latin typeface="Arial MT"/>
                <a:cs typeface="Arial MT"/>
              </a:rPr>
              <a:t>Gemíní </a:t>
            </a:r>
            <a:r>
              <a:rPr dirty="0" sz="2150" spc="-25">
                <a:latin typeface="Arial MT"/>
                <a:cs typeface="Arial MT"/>
              </a:rPr>
              <a:t>API</a:t>
            </a:r>
            <a:endParaRPr sz="2150">
              <a:latin typeface="Arial MT"/>
              <a:cs typeface="Arial MT"/>
            </a:endParaRPr>
          </a:p>
          <a:p>
            <a:pPr marL="163830" indent="-146685">
              <a:lnSpc>
                <a:spcPts val="2625"/>
              </a:lnSpc>
              <a:buChar char="-"/>
              <a:tabLst>
                <a:tab pos="163830" algn="l"/>
              </a:tabLst>
            </a:pPr>
            <a:r>
              <a:rPr dirty="0" sz="2200" spc="-65">
                <a:latin typeface="Arial MT"/>
                <a:cs typeface="Arial MT"/>
              </a:rPr>
              <a:t>Co </a:t>
            </a:r>
            <a:r>
              <a:rPr dirty="0" sz="2200" spc="-20">
                <a:latin typeface="Arial MT"/>
                <a:cs typeface="Arial MT"/>
              </a:rPr>
              <a:t>sô</a:t>
            </a:r>
            <a:r>
              <a:rPr dirty="0" sz="2200" spc="-130">
                <a:latin typeface="Arial MT"/>
                <a:cs typeface="Arial MT"/>
              </a:rPr>
              <a:t> </a:t>
            </a:r>
            <a:r>
              <a:rPr dirty="0" sz="2200" spc="120">
                <a:latin typeface="Arial MT"/>
                <a:cs typeface="Arial MT"/>
              </a:rPr>
              <a:t>dú</a:t>
            </a:r>
            <a:r>
              <a:rPr dirty="0" sz="2200" spc="-3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lieu: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Prisma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45">
                <a:latin typeface="Arial MT"/>
                <a:cs typeface="Arial MT"/>
              </a:rPr>
              <a:t>ORM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(SQLite/Postgres)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094684" y="94526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800" y="5778500"/>
            <a:ext cx="4711700" cy="3086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5778500"/>
            <a:ext cx="4483100" cy="30861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5000" y="5778500"/>
            <a:ext cx="4483100" cy="3086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700" y="1689100"/>
            <a:ext cx="5727700" cy="3492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4200" y="1689100"/>
            <a:ext cx="4889500" cy="3365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2082800"/>
            <a:ext cx="5435600" cy="2921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8500" y="2070100"/>
            <a:ext cx="4622800" cy="28067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9900" y="3619500"/>
            <a:ext cx="1625600" cy="12319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41700" y="3606800"/>
            <a:ext cx="1574800" cy="12446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0" y="2438400"/>
            <a:ext cx="2476500" cy="12319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27200" y="3314700"/>
            <a:ext cx="4597400" cy="15367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74300" y="2197100"/>
            <a:ext cx="1193800" cy="1270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27200" y="2184400"/>
            <a:ext cx="3314700" cy="1778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27700" y="2171700"/>
            <a:ext cx="609600" cy="2032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91700" y="2514600"/>
            <a:ext cx="4076700" cy="22860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487400" y="2171700"/>
            <a:ext cx="596900" cy="19050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600">
                <a:solidFill>
                  <a:srgbClr val="053B54"/>
                </a:solidFill>
              </a:rPr>
              <a:t>Trài</a:t>
            </a:r>
            <a:r>
              <a:rPr dirty="0" sz="5600" spc="-229">
                <a:solidFill>
                  <a:srgbClr val="053B54"/>
                </a:solidFill>
              </a:rPr>
              <a:t> </a:t>
            </a:r>
            <a:r>
              <a:rPr dirty="0" sz="5600" spc="-455">
                <a:solidFill>
                  <a:srgbClr val="07425D"/>
                </a:solidFill>
              </a:rPr>
              <a:t>NghiÇm</a:t>
            </a:r>
            <a:r>
              <a:rPr dirty="0" sz="5600" spc="-15">
                <a:solidFill>
                  <a:srgbClr val="07425D"/>
                </a:solidFill>
              </a:rPr>
              <a:t> </a:t>
            </a:r>
            <a:r>
              <a:rPr dirty="0" sz="5600" spc="-285">
                <a:solidFill>
                  <a:srgbClr val="073B52"/>
                </a:solidFill>
              </a:rPr>
              <a:t>Miqix:</a:t>
            </a:r>
            <a:r>
              <a:rPr dirty="0" sz="5600" spc="-315">
                <a:solidFill>
                  <a:srgbClr val="073B52"/>
                </a:solidFill>
              </a:rPr>
              <a:t> </a:t>
            </a:r>
            <a:r>
              <a:rPr dirty="0" sz="5600" spc="-250">
                <a:solidFill>
                  <a:srgbClr val="083A50"/>
                </a:solidFill>
              </a:rPr>
              <a:t>Giao</a:t>
            </a:r>
            <a:r>
              <a:rPr dirty="0" sz="5600" spc="-150">
                <a:solidFill>
                  <a:srgbClr val="083A50"/>
                </a:solidFill>
              </a:rPr>
              <a:t> </a:t>
            </a:r>
            <a:r>
              <a:rPr dirty="0" sz="5600" spc="-550">
                <a:solidFill>
                  <a:srgbClr val="053850"/>
                </a:solidFill>
              </a:rPr>
              <a:t>DiÇn</a:t>
            </a:r>
            <a:r>
              <a:rPr dirty="0" sz="5600" spc="-170">
                <a:solidFill>
                  <a:srgbClr val="053850"/>
                </a:solidFill>
              </a:rPr>
              <a:t> </a:t>
            </a:r>
            <a:r>
              <a:rPr dirty="0" sz="5600">
                <a:solidFill>
                  <a:srgbClr val="03344B"/>
                </a:solidFill>
              </a:rPr>
              <a:t>Trpc</a:t>
            </a:r>
            <a:r>
              <a:rPr dirty="0" sz="5600" spc="-110">
                <a:solidFill>
                  <a:srgbClr val="03344B"/>
                </a:solidFill>
              </a:rPr>
              <a:t> </a:t>
            </a:r>
            <a:r>
              <a:rPr dirty="0" sz="5600" spc="-100">
                <a:solidFill>
                  <a:srgbClr val="083D54"/>
                </a:solidFill>
              </a:rPr>
              <a:t>tJuan</a:t>
            </a:r>
            <a:r>
              <a:rPr dirty="0" sz="5600" spc="-295">
                <a:solidFill>
                  <a:srgbClr val="083D54"/>
                </a:solidFill>
              </a:rPr>
              <a:t> </a:t>
            </a:r>
            <a:r>
              <a:rPr dirty="0" sz="5600" spc="-140">
                <a:solidFill>
                  <a:srgbClr val="0A3A50"/>
                </a:solidFill>
              </a:rPr>
              <a:t>và</a:t>
            </a:r>
            <a:r>
              <a:rPr dirty="0" sz="5600" spc="-265">
                <a:solidFill>
                  <a:srgbClr val="0A3A50"/>
                </a:solidFill>
              </a:rPr>
              <a:t> </a:t>
            </a:r>
            <a:r>
              <a:rPr dirty="0" sz="5600" spc="-60">
                <a:solidFill>
                  <a:srgbClr val="053D59"/>
                </a:solidFill>
              </a:rPr>
              <a:t>Thân</a:t>
            </a:r>
            <a:r>
              <a:rPr dirty="0" sz="5600" spc="-330">
                <a:solidFill>
                  <a:srgbClr val="053D59"/>
                </a:solidFill>
              </a:rPr>
              <a:t> </a:t>
            </a:r>
            <a:r>
              <a:rPr dirty="0" sz="5600" spc="-355">
                <a:solidFill>
                  <a:srgbClr val="07364D"/>
                </a:solidFill>
              </a:rPr>
              <a:t>ThiÇn</a:t>
            </a:r>
            <a:endParaRPr sz="5600"/>
          </a:p>
        </p:txBody>
      </p:sp>
      <p:sp>
        <p:nvSpPr>
          <p:cNvPr id="19" name="object 19" descr=""/>
          <p:cNvSpPr txBox="1"/>
          <p:nvPr/>
        </p:nvSpPr>
        <p:spPr>
          <a:xfrm>
            <a:off x="1503518" y="5160786"/>
            <a:ext cx="434530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250">
                <a:latin typeface="Arial MT"/>
                <a:cs typeface="Arial MT"/>
              </a:rPr>
              <a:t>H1nh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85">
                <a:latin typeface="Arial MT"/>
                <a:cs typeface="Arial MT"/>
              </a:rPr>
              <a:t>4.1.1: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5">
                <a:latin typeface="Arial MT"/>
                <a:cs typeface="Arial MT"/>
              </a:rPr>
              <a:t>Dashboard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tõng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90">
                <a:latin typeface="Arial MT"/>
                <a:cs typeface="Arial MT"/>
              </a:rPr>
              <a:t>quan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lóp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hgc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53612" y="8974666"/>
            <a:ext cx="345249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65">
                <a:latin typeface="Arial MT"/>
                <a:cs typeface="Arial MT"/>
              </a:rPr>
              <a:t>Hinh</a:t>
            </a:r>
            <a:r>
              <a:rPr dirty="0" sz="2050" spc="-135">
                <a:latin typeface="Arial MT"/>
                <a:cs typeface="Arial MT"/>
              </a:rPr>
              <a:t> </a:t>
            </a:r>
            <a:r>
              <a:rPr dirty="0" sz="2050" spc="-90">
                <a:latin typeface="Arial MT"/>
                <a:cs typeface="Arial MT"/>
              </a:rPr>
              <a:t>4.1.2.</a:t>
            </a:r>
            <a:r>
              <a:rPr dirty="0" sz="2050" spc="-45">
                <a:latin typeface="Arial MT"/>
                <a:cs typeface="Arial MT"/>
              </a:rPr>
              <a:t> </a:t>
            </a:r>
            <a:r>
              <a:rPr dirty="0" sz="2050" spc="-100">
                <a:latin typeface="Arial MT"/>
                <a:cs typeface="Arial MT"/>
              </a:rPr>
              <a:t>Ljch</a:t>
            </a:r>
            <a:r>
              <a:rPr dirty="0" sz="2050" spc="-20">
                <a:latin typeface="Arial MT"/>
                <a:cs typeface="Arial MT"/>
              </a:rPr>
              <a:t> </a:t>
            </a:r>
            <a:r>
              <a:rPr dirty="0" sz="2050" spc="-90">
                <a:latin typeface="Arial MT"/>
                <a:cs typeface="Arial MT"/>
              </a:rPr>
              <a:t>biêu</a:t>
            </a:r>
            <a:r>
              <a:rPr dirty="0" sz="2050" spc="-125">
                <a:latin typeface="Arial MT"/>
                <a:cs typeface="Arial MT"/>
              </a:rPr>
              <a:t> </a:t>
            </a:r>
            <a:r>
              <a:rPr dirty="0" sz="2050" spc="-70">
                <a:latin typeface="Arial MT"/>
                <a:cs typeface="Arial MT"/>
              </a:rPr>
              <a:t>thông</a:t>
            </a:r>
            <a:r>
              <a:rPr dirty="0" sz="2050" spc="-90">
                <a:latin typeface="Arial MT"/>
                <a:cs typeface="Arial MT"/>
              </a:rPr>
              <a:t> </a:t>
            </a:r>
            <a:r>
              <a:rPr dirty="0" sz="2050" spc="-20">
                <a:latin typeface="Arial MT"/>
                <a:cs typeface="Arial MT"/>
              </a:rPr>
              <a:t>minh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782506" y="5092347"/>
            <a:ext cx="42106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45">
                <a:latin typeface="Arial MT"/>
                <a:cs typeface="Arial MT"/>
              </a:rPr>
              <a:t>Hinh</a:t>
            </a:r>
            <a:r>
              <a:rPr dirty="0" sz="2150" spc="-20">
                <a:latin typeface="Arial MT"/>
                <a:cs typeface="Arial MT"/>
              </a:rPr>
              <a:t> </a:t>
            </a:r>
            <a:r>
              <a:rPr dirty="0" sz="2150" spc="-150">
                <a:latin typeface="Arial MT"/>
                <a:cs typeface="Arial MT"/>
              </a:rPr>
              <a:t>4.1.4:</a:t>
            </a:r>
            <a:r>
              <a:rPr dirty="0" sz="2150" spc="-80">
                <a:latin typeface="Arial MT"/>
                <a:cs typeface="Arial MT"/>
              </a:rPr>
              <a:t> </a:t>
            </a:r>
            <a:r>
              <a:rPr dirty="0" sz="2150" spc="-180">
                <a:latin typeface="Arial MT"/>
                <a:cs typeface="Arial MT"/>
              </a:rPr>
              <a:t>Màn</a:t>
            </a:r>
            <a:r>
              <a:rPr dirty="0" sz="2150" spc="-145">
                <a:latin typeface="Arial MT"/>
                <a:cs typeface="Arial MT"/>
              </a:rPr>
              <a:t> hinh</a:t>
            </a:r>
            <a:r>
              <a:rPr dirty="0" sz="2150" spc="-100">
                <a:latin typeface="Arial MT"/>
                <a:cs typeface="Arial MT"/>
              </a:rPr>
              <a:t> </a:t>
            </a:r>
            <a:r>
              <a:rPr dirty="0" sz="2150" spc="-120">
                <a:latin typeface="Arial MT"/>
                <a:cs typeface="Arial MT"/>
              </a:rPr>
              <a:t>chinh</a:t>
            </a:r>
            <a:r>
              <a:rPr dirty="0" sz="2150" spc="-105">
                <a:latin typeface="Arial MT"/>
                <a:cs typeface="Arial MT"/>
              </a:rPr>
              <a:t> </a:t>
            </a:r>
            <a:r>
              <a:rPr dirty="0" sz="2150" spc="-145">
                <a:latin typeface="Arial MT"/>
                <a:cs typeface="Arial MT"/>
              </a:rPr>
              <a:t>cá</a:t>
            </a:r>
            <a:r>
              <a:rPr dirty="0" sz="2150" spc="-165">
                <a:latin typeface="Arial MT"/>
                <a:cs typeface="Arial MT"/>
              </a:rPr>
              <a:t> </a:t>
            </a:r>
            <a:r>
              <a:rPr dirty="0" sz="2150" spc="-180">
                <a:latin typeface="Arial MT"/>
                <a:cs typeface="Arial MT"/>
              </a:rPr>
              <a:t>nhân</a:t>
            </a:r>
            <a:r>
              <a:rPr dirty="0" sz="2150" spc="-140">
                <a:latin typeface="Arial MT"/>
                <a:cs typeface="Arial MT"/>
              </a:rPr>
              <a:t> </a:t>
            </a:r>
            <a:r>
              <a:rPr dirty="0" sz="2150" spc="-55">
                <a:latin typeface="Arial MT"/>
                <a:cs typeface="Arial MT"/>
              </a:rPr>
              <a:t>hóa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443588" y="8945739"/>
            <a:ext cx="388747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350" spc="-229">
                <a:latin typeface="Arial MT"/>
                <a:cs typeface="Arial MT"/>
              </a:rPr>
              <a:t>Hinh</a:t>
            </a:r>
            <a:r>
              <a:rPr dirty="0" sz="2350" spc="-145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4.1.5.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quán</a:t>
            </a:r>
            <a:r>
              <a:rPr dirty="0" sz="2350" spc="-190">
                <a:latin typeface="Arial MT"/>
                <a:cs typeface="Arial MT"/>
              </a:rPr>
              <a:t> </a:t>
            </a:r>
            <a:r>
              <a:rPr dirty="0" baseline="-8274" sz="3525" spc="-442" i="1">
                <a:latin typeface="Arial"/>
                <a:cs typeface="Arial"/>
              </a:rPr>
              <a:t>!y</a:t>
            </a:r>
            <a:r>
              <a:rPr dirty="0" baseline="-8274" sz="3525" spc="-142" i="1">
                <a:latin typeface="Arial"/>
                <a:cs typeface="Arial"/>
              </a:rPr>
              <a:t> </a:t>
            </a:r>
            <a:r>
              <a:rPr dirty="0" sz="2350" spc="-190">
                <a:latin typeface="Arial MT"/>
                <a:cs typeface="Arial MT"/>
              </a:rPr>
              <a:t>bài</a:t>
            </a:r>
            <a:r>
              <a:rPr dirty="0" sz="2350" spc="-235">
                <a:latin typeface="Arial MT"/>
                <a:cs typeface="Arial MT"/>
              </a:rPr>
              <a:t> </a:t>
            </a:r>
            <a:r>
              <a:rPr dirty="0" sz="2350" spc="-185">
                <a:latin typeface="Arial MT"/>
                <a:cs typeface="Arial MT"/>
              </a:rPr>
              <a:t>tap</a:t>
            </a:r>
            <a:r>
              <a:rPr dirty="0" sz="2350" spc="-335">
                <a:latin typeface="Arial MT"/>
                <a:cs typeface="Arial MT"/>
              </a:rPr>
              <a:t> </a:t>
            </a:r>
            <a:r>
              <a:rPr dirty="0" sz="2350" spc="-55">
                <a:latin typeface="Arial MT"/>
                <a:cs typeface="Arial MT"/>
              </a:rPr>
              <a:t>Up</a:t>
            </a:r>
            <a:r>
              <a:rPr dirty="0" sz="2350" spc="-215">
                <a:latin typeface="Arial MT"/>
                <a:cs typeface="Arial MT"/>
              </a:rPr>
              <a:t> </a:t>
            </a:r>
            <a:r>
              <a:rPr dirty="0" sz="2350" spc="-130">
                <a:latin typeface="Arial MT"/>
                <a:cs typeface="Arial MT"/>
              </a:rPr>
              <a:t>trung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2371188" y="8939389"/>
            <a:ext cx="384556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229">
                <a:latin typeface="Arial MT"/>
                <a:cs typeface="Arial MT"/>
              </a:rPr>
              <a:t>Hinh</a:t>
            </a:r>
            <a:r>
              <a:rPr dirty="0" sz="2350" spc="-150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4.1.6.</a:t>
            </a:r>
            <a:r>
              <a:rPr dirty="0" sz="2350" spc="-215">
                <a:latin typeface="Arial MT"/>
                <a:cs typeface="Arial MT"/>
              </a:rPr>
              <a:t> </a:t>
            </a:r>
            <a:r>
              <a:rPr dirty="0" sz="2350" spc="-300">
                <a:latin typeface="Arial MT"/>
                <a:cs typeface="Arial MT"/>
              </a:rPr>
              <a:t>Theo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 spc="-220">
                <a:latin typeface="Arial MT"/>
                <a:cs typeface="Arial MT"/>
              </a:rPr>
              <a:t>dõi</a:t>
            </a:r>
            <a:r>
              <a:rPr dirty="0" sz="2350" spc="-215">
                <a:latin typeface="Arial MT"/>
                <a:cs typeface="Arial MT"/>
              </a:rPr>
              <a:t> </a:t>
            </a:r>
            <a:r>
              <a:rPr dirty="0" sz="2350" spc="-165">
                <a:latin typeface="Arial MT"/>
                <a:cs typeface="Arial MT"/>
              </a:rPr>
              <a:t>tién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235">
                <a:latin typeface="Arial MT"/>
                <a:cs typeface="Arial MT"/>
              </a:rPr>
              <a:t>do</a:t>
            </a:r>
            <a:r>
              <a:rPr dirty="0" sz="2350" spc="-220">
                <a:latin typeface="Arial MT"/>
                <a:cs typeface="Arial MT"/>
              </a:rPr>
              <a:t> </a:t>
            </a:r>
            <a:r>
              <a:rPr dirty="0" sz="2350" spc="-245">
                <a:latin typeface="Arial MT"/>
                <a:cs typeface="Arial MT"/>
              </a:rPr>
              <a:t>cá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330">
                <a:latin typeface="Arial MT"/>
                <a:cs typeface="Arial MT"/>
              </a:rPr>
              <a:t>nhân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276600"/>
            <a:ext cx="5384800" cy="4584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8700" y="3263900"/>
            <a:ext cx="5575300" cy="4597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3300" y="762000"/>
            <a:ext cx="1498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5741" y="516113"/>
            <a:ext cx="14208125" cy="1610995"/>
          </a:xfrm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12700" marR="5080" indent="6350">
              <a:lnSpc>
                <a:spcPts val="5900"/>
              </a:lnSpc>
              <a:spcBef>
                <a:spcPts val="865"/>
              </a:spcBef>
            </a:pPr>
            <a:r>
              <a:rPr dirty="0" sz="5450" spc="-254">
                <a:latin typeface="Cambria"/>
                <a:cs typeface="Cambria"/>
              </a:rPr>
              <a:t>Kdt</a:t>
            </a:r>
            <a:r>
              <a:rPr dirty="0" sz="5450" spc="-45">
                <a:latin typeface="Cambria"/>
                <a:cs typeface="Cambria"/>
              </a:rPr>
              <a:t> </a:t>
            </a:r>
            <a:r>
              <a:rPr dirty="0" sz="5450">
                <a:latin typeface="Cambria"/>
                <a:cs typeface="Cambria"/>
              </a:rPr>
              <a:t>Quà</a:t>
            </a:r>
            <a:r>
              <a:rPr dirty="0" sz="5450" spc="-145">
                <a:latin typeface="Cambria"/>
                <a:cs typeface="Cambria"/>
              </a:rPr>
              <a:t> </a:t>
            </a:r>
            <a:r>
              <a:rPr dirty="0" sz="5450" spc="-135">
                <a:latin typeface="Cambria"/>
                <a:cs typeface="Cambria"/>
              </a:rPr>
              <a:t>Thu</a:t>
            </a:r>
            <a:r>
              <a:rPr dirty="0" sz="5450" spc="-275">
                <a:latin typeface="Cambria"/>
                <a:cs typeface="Cambria"/>
              </a:rPr>
              <a:t> </a:t>
            </a:r>
            <a:r>
              <a:rPr dirty="0" sz="5450" spc="-190">
                <a:latin typeface="Cambria"/>
                <a:cs typeface="Cambria"/>
              </a:rPr>
              <a:t>NghiÇm:</a:t>
            </a:r>
            <a:r>
              <a:rPr dirty="0" sz="5450" spc="-30">
                <a:latin typeface="Cambria"/>
                <a:cs typeface="Cambria"/>
              </a:rPr>
              <a:t> </a:t>
            </a:r>
            <a:r>
              <a:rPr dirty="0" sz="5450" spc="-260">
                <a:latin typeface="Cambria"/>
                <a:cs typeface="Cambria"/>
              </a:rPr>
              <a:t>HiÇu</a:t>
            </a:r>
            <a:r>
              <a:rPr dirty="0" sz="5450" spc="-35">
                <a:latin typeface="Cambria"/>
                <a:cs typeface="Cambria"/>
              </a:rPr>
              <a:t> </a:t>
            </a:r>
            <a:r>
              <a:rPr dirty="0" sz="5450">
                <a:latin typeface="Cambria"/>
                <a:cs typeface="Cambria"/>
              </a:rPr>
              <a:t>Qua</a:t>
            </a:r>
            <a:r>
              <a:rPr dirty="0" sz="5450" spc="-235">
                <a:latin typeface="Cambria"/>
                <a:cs typeface="Cambria"/>
              </a:rPr>
              <a:t> </a:t>
            </a:r>
            <a:r>
              <a:rPr dirty="0" sz="5450">
                <a:latin typeface="Cambria"/>
                <a:cs typeface="Cambria"/>
              </a:rPr>
              <a:t>DYoc</a:t>
            </a:r>
            <a:r>
              <a:rPr dirty="0" sz="5450" spc="10">
                <a:latin typeface="Cambria"/>
                <a:cs typeface="Cambria"/>
              </a:rPr>
              <a:t> </a:t>
            </a:r>
            <a:r>
              <a:rPr dirty="0" sz="5450" spc="-40">
                <a:latin typeface="Cambria"/>
                <a:cs typeface="Cambria"/>
              </a:rPr>
              <a:t>Chúng</a:t>
            </a:r>
            <a:r>
              <a:rPr dirty="0" sz="5450" spc="-15">
                <a:latin typeface="Cambria"/>
                <a:cs typeface="Cambria"/>
              </a:rPr>
              <a:t> </a:t>
            </a:r>
            <a:r>
              <a:rPr dirty="0" sz="5450" spc="-20">
                <a:latin typeface="Cambria"/>
                <a:cs typeface="Cambria"/>
              </a:rPr>
              <a:t>Minh </a:t>
            </a:r>
            <a:r>
              <a:rPr dirty="0" sz="5450">
                <a:latin typeface="Cambria"/>
                <a:cs typeface="Cambria"/>
              </a:rPr>
              <a:t>Tú</a:t>
            </a:r>
            <a:r>
              <a:rPr dirty="0" sz="5450" spc="-480">
                <a:latin typeface="Cambria"/>
                <a:cs typeface="Cambria"/>
              </a:rPr>
              <a:t> </a:t>
            </a:r>
            <a:r>
              <a:rPr dirty="0" sz="5450" spc="-85">
                <a:latin typeface="Cambria"/>
                <a:cs typeface="Cambria"/>
              </a:rPr>
              <a:t>Nguòi</a:t>
            </a:r>
            <a:r>
              <a:rPr dirty="0" sz="5450" spc="-215">
                <a:latin typeface="Cambria"/>
                <a:cs typeface="Cambria"/>
              </a:rPr>
              <a:t> </a:t>
            </a:r>
            <a:r>
              <a:rPr dirty="0" sz="5450" spc="-40">
                <a:latin typeface="Cambria"/>
                <a:cs typeface="Cambria"/>
              </a:rPr>
              <a:t>Dùng</a:t>
            </a:r>
            <a:r>
              <a:rPr dirty="0" sz="5450" spc="-225">
                <a:latin typeface="Cambria"/>
                <a:cs typeface="Cambria"/>
              </a:rPr>
              <a:t> </a:t>
            </a:r>
            <a:r>
              <a:rPr dirty="0" sz="5450">
                <a:latin typeface="Cambria"/>
                <a:cs typeface="Cambria"/>
              </a:rPr>
              <a:t>Thyc</a:t>
            </a:r>
            <a:r>
              <a:rPr dirty="0" sz="5450" spc="-204">
                <a:latin typeface="Cambria"/>
                <a:cs typeface="Cambria"/>
              </a:rPr>
              <a:t> </a:t>
            </a:r>
            <a:r>
              <a:rPr dirty="0" sz="5450" spc="-675">
                <a:latin typeface="Cambria"/>
                <a:cs typeface="Cambria"/>
              </a:rPr>
              <a:t>Te"</a:t>
            </a:r>
            <a:endParaRPr sz="54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2021" y="3157008"/>
            <a:ext cx="1774189" cy="6794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28600" marR="5080" indent="-216535">
              <a:lnSpc>
                <a:spcPts val="2400"/>
              </a:lnSpc>
              <a:spcBef>
                <a:spcPts val="470"/>
              </a:spcBef>
            </a:pPr>
            <a:r>
              <a:rPr dirty="0" sz="2300" spc="-280">
                <a:latin typeface="Arial MT"/>
                <a:cs typeface="Arial MT"/>
              </a:rPr>
              <a:t>Rát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245">
                <a:latin typeface="Arial MT"/>
                <a:cs typeface="Arial MT"/>
              </a:rPr>
              <a:t>De</a:t>
            </a:r>
            <a:r>
              <a:rPr dirty="0" sz="2300" spc="-140">
                <a:latin typeface="Arial MT"/>
                <a:cs typeface="Arial MT"/>
              </a:rPr>
              <a:t> </a:t>
            </a:r>
            <a:r>
              <a:rPr dirty="0" sz="2300" spc="-180">
                <a:latin typeface="Arial MT"/>
                <a:cs typeface="Arial MT"/>
              </a:rPr>
              <a:t>Sù</a:t>
            </a:r>
            <a:r>
              <a:rPr dirty="0" sz="2300" spc="-400">
                <a:latin typeface="Arial MT"/>
                <a:cs typeface="Arial MT"/>
              </a:rPr>
              <a:t> </a:t>
            </a:r>
            <a:r>
              <a:rPr dirty="0" sz="2300" spc="-175">
                <a:latin typeface="Arial MT"/>
                <a:cs typeface="Arial MT"/>
              </a:rPr>
              <a:t>Dqng </a:t>
            </a:r>
            <a:r>
              <a:rPr dirty="0" sz="2300" spc="-245">
                <a:latin typeface="Arial MT"/>
                <a:cs typeface="Arial MT"/>
              </a:rPr>
              <a:t>Dê</a:t>
            </a:r>
            <a:r>
              <a:rPr dirty="0" sz="2300" spc="-235">
                <a:latin typeface="Arial MT"/>
                <a:cs typeface="Arial MT"/>
              </a:rPr>
              <a:t> </a:t>
            </a:r>
            <a:r>
              <a:rPr dirty="0" sz="2300" spc="-180">
                <a:latin typeface="Arial MT"/>
                <a:cs typeface="Arial MT"/>
              </a:rPr>
              <a:t>Sù</a:t>
            </a:r>
            <a:r>
              <a:rPr dirty="0" sz="2300" spc="-40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Dqng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1898" y="2501194"/>
            <a:ext cx="319849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>
                <a:latin typeface="Arial MT"/>
                <a:cs typeface="Arial MT"/>
              </a:rPr>
              <a:t>Múc</a:t>
            </a:r>
            <a:r>
              <a:rPr dirty="0" sz="3050" spc="-15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do</a:t>
            </a:r>
            <a:r>
              <a:rPr dirty="0" sz="3050" spc="-21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de</a:t>
            </a:r>
            <a:r>
              <a:rPr dirty="0" sz="3050" spc="-17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sù</a:t>
            </a:r>
            <a:r>
              <a:rPr dirty="0" sz="3050" spc="-420">
                <a:latin typeface="Arial MT"/>
                <a:cs typeface="Arial MT"/>
              </a:rPr>
              <a:t> </a:t>
            </a:r>
            <a:r>
              <a:rPr dirty="0" sz="3050" spc="-20">
                <a:latin typeface="Arial MT"/>
                <a:cs typeface="Arial MT"/>
              </a:rPr>
              <a:t>dung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69888" y="4906433"/>
            <a:ext cx="2075814" cy="11423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114"/>
              </a:spcBef>
            </a:pPr>
            <a:r>
              <a:rPr dirty="0" sz="5400" spc="-20">
                <a:latin typeface="Arial MT"/>
                <a:cs typeface="Arial MT"/>
              </a:rPr>
              <a:t>9/10</a:t>
            </a:r>
            <a:endParaRPr sz="5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dirty="0" sz="1850" spc="-10">
                <a:latin typeface="Arial MT"/>
                <a:cs typeface="Arial MT"/>
              </a:rPr>
              <a:t>Oánh</a:t>
            </a:r>
            <a:r>
              <a:rPr dirty="0" sz="1850" spc="-85"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giá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trung</a:t>
            </a:r>
            <a:r>
              <a:rPr dirty="0" sz="1850" spc="-60">
                <a:latin typeface="Arial MT"/>
                <a:cs typeface="Arial MT"/>
              </a:rPr>
              <a:t> </a:t>
            </a:r>
            <a:r>
              <a:rPr dirty="0" sz="1850" spc="-20">
                <a:latin typeface="Arial MT"/>
                <a:cs typeface="Arial MT"/>
              </a:rPr>
              <a:t>bình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28720" y="7309908"/>
            <a:ext cx="1774189" cy="6794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28600" marR="5080" indent="-216535">
              <a:lnSpc>
                <a:spcPts val="2400"/>
              </a:lnSpc>
              <a:spcBef>
                <a:spcPts val="470"/>
              </a:spcBef>
            </a:pPr>
            <a:r>
              <a:rPr dirty="0" sz="2300" spc="-280">
                <a:latin typeface="Arial MT"/>
                <a:cs typeface="Arial MT"/>
              </a:rPr>
              <a:t>Rat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200">
                <a:latin typeface="Arial MT"/>
                <a:cs typeface="Arial MT"/>
              </a:rPr>
              <a:t>Dë</a:t>
            </a:r>
            <a:r>
              <a:rPr dirty="0" sz="2300" spc="-229">
                <a:latin typeface="Arial MT"/>
                <a:cs typeface="Arial MT"/>
              </a:rPr>
              <a:t> </a:t>
            </a:r>
            <a:r>
              <a:rPr dirty="0" sz="2300" spc="-180">
                <a:latin typeface="Arial MT"/>
                <a:cs typeface="Arial MT"/>
              </a:rPr>
              <a:t>Sú</a:t>
            </a:r>
            <a:r>
              <a:rPr dirty="0" sz="2300" spc="-405">
                <a:latin typeface="Arial MT"/>
                <a:cs typeface="Arial MT"/>
              </a:rPr>
              <a:t> </a:t>
            </a:r>
            <a:r>
              <a:rPr dirty="0" sz="2300" spc="-170">
                <a:latin typeface="Arial MT"/>
                <a:cs typeface="Arial MT"/>
              </a:rPr>
              <a:t>Dung </a:t>
            </a:r>
            <a:r>
              <a:rPr dirty="0" sz="2300" spc="-245">
                <a:latin typeface="Arial MT"/>
                <a:cs typeface="Arial MT"/>
              </a:rPr>
              <a:t>Dê</a:t>
            </a:r>
            <a:r>
              <a:rPr dirty="0" sz="2300" spc="-13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Sr</a:t>
            </a:r>
            <a:r>
              <a:rPr dirty="0" sz="2300" spc="-24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Dung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655214" y="2457097"/>
            <a:ext cx="5958840" cy="142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0375">
              <a:lnSpc>
                <a:spcPct val="100000"/>
              </a:lnSpc>
              <a:spcBef>
                <a:spcPts val="100"/>
              </a:spcBef>
            </a:pPr>
            <a:r>
              <a:rPr dirty="0" sz="3400" spc="-204">
                <a:latin typeface="Arial MT"/>
                <a:cs typeface="Arial MT"/>
              </a:rPr>
              <a:t>Lgi</a:t>
            </a:r>
            <a:r>
              <a:rPr dirty="0" sz="3400" spc="-450">
                <a:latin typeface="Arial MT"/>
                <a:cs typeface="Arial MT"/>
              </a:rPr>
              <a:t> </a:t>
            </a:r>
            <a:r>
              <a:rPr dirty="0" sz="3400" spc="-190">
                <a:latin typeface="Arial MT"/>
                <a:cs typeface="Arial MT"/>
              </a:rPr>
              <a:t>ích</a:t>
            </a:r>
            <a:r>
              <a:rPr dirty="0" sz="3400" spc="-165">
                <a:latin typeface="Arial MT"/>
                <a:cs typeface="Arial MT"/>
              </a:rPr>
              <a:t> </a:t>
            </a:r>
            <a:r>
              <a:rPr dirty="0" sz="3400" spc="-120">
                <a:latin typeface="Arial MT"/>
                <a:cs typeface="Arial MT"/>
              </a:rPr>
              <a:t>trong</a:t>
            </a:r>
            <a:r>
              <a:rPr dirty="0" sz="3400" spc="-320">
                <a:latin typeface="Arial MT"/>
                <a:cs typeface="Arial MT"/>
              </a:rPr>
              <a:t> </a:t>
            </a:r>
            <a:r>
              <a:rPr dirty="0" sz="3400" spc="-260">
                <a:latin typeface="Arial MT"/>
                <a:cs typeface="Arial MT"/>
              </a:rPr>
              <a:t>viec</a:t>
            </a:r>
            <a:r>
              <a:rPr dirty="0" sz="3400" spc="-25">
                <a:latin typeface="Arial MT"/>
                <a:cs typeface="Arial MT"/>
              </a:rPr>
              <a:t> </a:t>
            </a:r>
            <a:r>
              <a:rPr dirty="0" sz="3400" spc="-254">
                <a:latin typeface="Arial MT"/>
                <a:cs typeface="Arial MT"/>
              </a:rPr>
              <a:t>quàn</a:t>
            </a:r>
            <a:r>
              <a:rPr dirty="0" sz="3400" spc="-105">
                <a:latin typeface="Arial MT"/>
                <a:cs typeface="Arial MT"/>
              </a:rPr>
              <a:t> </a:t>
            </a:r>
            <a:r>
              <a:rPr dirty="0" sz="3400" spc="-95">
                <a:latin typeface="Arial MT"/>
                <a:cs typeface="Arial MT"/>
              </a:rPr>
              <a:t>ly</a:t>
            </a:r>
            <a:r>
              <a:rPr dirty="0" sz="3400" spc="-220">
                <a:latin typeface="Arial MT"/>
                <a:cs typeface="Arial MT"/>
              </a:rPr>
              <a:t> </a:t>
            </a:r>
            <a:r>
              <a:rPr dirty="0" sz="3400" spc="-260">
                <a:latin typeface="Arial MT"/>
                <a:cs typeface="Arial MT"/>
              </a:rPr>
              <a:t>hgc</a:t>
            </a:r>
            <a:r>
              <a:rPr dirty="0" sz="3400" spc="-80">
                <a:latin typeface="Arial MT"/>
                <a:cs typeface="Arial MT"/>
              </a:rPr>
              <a:t> </a:t>
            </a:r>
            <a:r>
              <a:rPr dirty="0" sz="3400" spc="-100">
                <a:latin typeface="Arial MT"/>
                <a:cs typeface="Arial MT"/>
              </a:rPr>
              <a:t>tap</a:t>
            </a:r>
            <a:endParaRPr sz="3400">
              <a:latin typeface="Arial MT"/>
              <a:cs typeface="Arial MT"/>
            </a:endParaRPr>
          </a:p>
          <a:p>
            <a:pPr marL="227965" marR="4676775" indent="-215900">
              <a:lnSpc>
                <a:spcPts val="2400"/>
              </a:lnSpc>
              <a:spcBef>
                <a:spcPts val="2200"/>
              </a:spcBef>
            </a:pPr>
            <a:r>
              <a:rPr dirty="0" sz="2200" spc="-229">
                <a:latin typeface="Arial MT"/>
                <a:cs typeface="Arial MT"/>
              </a:rPr>
              <a:t>Rät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85">
                <a:latin typeface="Arial MT"/>
                <a:cs typeface="Arial MT"/>
              </a:rPr>
              <a:t>Húu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 spc="-150">
                <a:latin typeface="Arial MT"/>
                <a:cs typeface="Arial MT"/>
              </a:rPr>
              <a:t>Ïch </a:t>
            </a:r>
            <a:r>
              <a:rPr dirty="0" sz="2200" spc="-200">
                <a:latin typeface="Arial MT"/>
                <a:cs typeface="Arial MT"/>
              </a:rPr>
              <a:t>Húu </a:t>
            </a:r>
            <a:r>
              <a:rPr dirty="0" sz="2200" spc="-725">
                <a:latin typeface="Arial MT"/>
                <a:cs typeface="Arial MT"/>
              </a:rPr>
              <a:t>İch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823182" y="4900083"/>
            <a:ext cx="2060575" cy="11557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1125">
              <a:lnSpc>
                <a:spcPts val="6390"/>
              </a:lnSpc>
              <a:spcBef>
                <a:spcPts val="114"/>
              </a:spcBef>
            </a:pPr>
            <a:r>
              <a:rPr dirty="0" sz="5400" spc="-10">
                <a:latin typeface="Arial MT"/>
                <a:cs typeface="Arial MT"/>
              </a:rPr>
              <a:t>9.2/10</a:t>
            </a:r>
            <a:endParaRPr sz="5400">
              <a:latin typeface="Arial MT"/>
              <a:cs typeface="Arial MT"/>
            </a:endParaRPr>
          </a:p>
          <a:p>
            <a:pPr marL="12700">
              <a:lnSpc>
                <a:spcPts val="2490"/>
              </a:lnSpc>
            </a:pPr>
            <a:r>
              <a:rPr dirty="0" sz="2150" spc="-235">
                <a:latin typeface="Arial MT"/>
                <a:cs typeface="Arial MT"/>
              </a:rPr>
              <a:t>Oánh</a:t>
            </a:r>
            <a:r>
              <a:rPr dirty="0" sz="2150" spc="-50">
                <a:latin typeface="Arial MT"/>
                <a:cs typeface="Arial MT"/>
              </a:rPr>
              <a:t> </a:t>
            </a:r>
            <a:r>
              <a:rPr dirty="0" sz="2150" spc="-185">
                <a:latin typeface="Arial MT"/>
                <a:cs typeface="Arial MT"/>
              </a:rPr>
              <a:t>giá</a:t>
            </a:r>
            <a:r>
              <a:rPr dirty="0" sz="2150" spc="-229">
                <a:latin typeface="Arial MT"/>
                <a:cs typeface="Arial MT"/>
              </a:rPr>
              <a:t> </a:t>
            </a:r>
            <a:r>
              <a:rPr dirty="0" sz="2150" spc="-130">
                <a:latin typeface="Arial MT"/>
                <a:cs typeface="Arial MT"/>
              </a:rPr>
              <a:t>trung</a:t>
            </a:r>
            <a:r>
              <a:rPr dirty="0" sz="2150" spc="-135">
                <a:latin typeface="Arial MT"/>
                <a:cs typeface="Arial MT"/>
              </a:rPr>
              <a:t> </a:t>
            </a:r>
            <a:r>
              <a:rPr dirty="0" sz="2150" spc="-114">
                <a:latin typeface="Arial MT"/>
                <a:cs typeface="Arial MT"/>
              </a:rPr>
              <a:t>bình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697113" y="7318727"/>
            <a:ext cx="1286510" cy="66929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27965" marR="5080" indent="-215900">
              <a:lnSpc>
                <a:spcPts val="2400"/>
              </a:lnSpc>
              <a:spcBef>
                <a:spcPts val="400"/>
              </a:spcBef>
            </a:pPr>
            <a:r>
              <a:rPr dirty="0" sz="2200" spc="-229">
                <a:latin typeface="Arial MT"/>
                <a:cs typeface="Arial MT"/>
              </a:rPr>
              <a:t>Rát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60">
                <a:latin typeface="Arial MT"/>
                <a:cs typeface="Arial MT"/>
              </a:rPr>
              <a:t>Húu</a:t>
            </a:r>
            <a:r>
              <a:rPr dirty="0" sz="2200" spc="-190">
                <a:latin typeface="Arial MT"/>
                <a:cs typeface="Arial MT"/>
              </a:rPr>
              <a:t> </a:t>
            </a:r>
            <a:r>
              <a:rPr dirty="0" sz="2200" spc="-105">
                <a:latin typeface="Arial MT"/>
                <a:cs typeface="Arial MT"/>
              </a:rPr>
              <a:t>Ích </a:t>
            </a:r>
            <a:r>
              <a:rPr dirty="0" sz="2200" spc="-530">
                <a:latin typeface="Arial MT"/>
                <a:cs typeface="Arial MT"/>
              </a:rPr>
              <a:t>Hču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Ich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59308" y="8485010"/>
            <a:ext cx="16383635" cy="118173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902335" indent="6350">
              <a:lnSpc>
                <a:spcPts val="3100"/>
              </a:lnSpc>
              <a:spcBef>
                <a:spcPts val="254"/>
              </a:spcBef>
              <a:tabLst>
                <a:tab pos="11019790" algn="l"/>
              </a:tabLst>
            </a:pPr>
            <a:r>
              <a:rPr dirty="0" sz="2600" spc="-90">
                <a:latin typeface="Arial MT"/>
                <a:cs typeface="Arial MT"/>
              </a:rPr>
              <a:t>Ket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10">
                <a:latin typeface="Arial MT"/>
                <a:cs typeface="Arial MT"/>
              </a:rPr>
              <a:t>quà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90">
                <a:latin typeface="Arial MT"/>
                <a:cs typeface="Arial MT"/>
              </a:rPr>
              <a:t>dánh </a:t>
            </a:r>
            <a:r>
              <a:rPr dirty="0" sz="2600" spc="-85">
                <a:latin typeface="Arial MT"/>
                <a:cs typeface="Arial MT"/>
              </a:rPr>
              <a:t>giá </a:t>
            </a:r>
            <a:r>
              <a:rPr dirty="0" sz="2600" spc="-75">
                <a:latin typeface="Arial MT"/>
                <a:cs typeface="Arial MT"/>
              </a:rPr>
              <a:t>cho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thäy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60">
                <a:latin typeface="Arial MT"/>
                <a:cs typeface="Arial MT"/>
              </a:rPr>
              <a:t>Miqix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60">
                <a:latin typeface="Arial MT"/>
                <a:cs typeface="Arial MT"/>
              </a:rPr>
              <a:t>không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chì</a:t>
            </a:r>
            <a:r>
              <a:rPr dirty="0" sz="2600" spc="-215">
                <a:latin typeface="Arial MT"/>
                <a:cs typeface="Arial MT"/>
              </a:rPr>
              <a:t> </a:t>
            </a:r>
            <a:r>
              <a:rPr dirty="0" sz="2600" spc="-40">
                <a:latin typeface="Arial MT"/>
                <a:cs typeface="Arial MT"/>
              </a:rPr>
              <a:t>de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409">
                <a:latin typeface="Arial MT"/>
                <a:cs typeface="Arial MT"/>
              </a:rPr>
              <a:t>s”U</a:t>
            </a:r>
            <a:r>
              <a:rPr dirty="0" sz="2600" spc="-365">
                <a:latin typeface="Arial MT"/>
                <a:cs typeface="Arial MT"/>
              </a:rPr>
              <a:t> </a:t>
            </a:r>
            <a:r>
              <a:rPr dirty="0" sz="2600" spc="-85">
                <a:latin typeface="Arial MT"/>
                <a:cs typeface="Arial MT"/>
              </a:rPr>
              <a:t>dung</a:t>
            </a:r>
            <a:r>
              <a:rPr dirty="0" sz="2600" spc="-125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mà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còn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giúp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90">
                <a:latin typeface="Arial MT"/>
                <a:cs typeface="Arial MT"/>
              </a:rPr>
              <a:t>giåm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tåi</a:t>
            </a:r>
            <a:r>
              <a:rPr dirty="0" sz="2600" spc="-254">
                <a:latin typeface="Arial MT"/>
                <a:cs typeface="Arial MT"/>
              </a:rPr>
              <a:t> </a:t>
            </a:r>
            <a:r>
              <a:rPr dirty="0" sz="2600" spc="-55">
                <a:latin typeface="Arial MT"/>
                <a:cs typeface="Arial MT"/>
              </a:rPr>
              <a:t>dáng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35">
                <a:latin typeface="Arial MT"/>
                <a:cs typeface="Arial MT"/>
              </a:rPr>
              <a:t>ke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công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85">
                <a:latin typeface="Arial MT"/>
                <a:cs typeface="Arial MT"/>
              </a:rPr>
              <a:t>viec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0">
                <a:latin typeface="Arial MT"/>
                <a:cs typeface="Arial MT"/>
              </a:rPr>
              <a:t>quàn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Iy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thù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công, </a:t>
            </a:r>
            <a:r>
              <a:rPr dirty="0" sz="2600" spc="-350">
                <a:latin typeface="Arial MT"/>
                <a:cs typeface="Arial MT"/>
              </a:rPr>
              <a:t>tăng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60">
                <a:latin typeface="Arial MT"/>
                <a:cs typeface="Arial MT"/>
              </a:rPr>
              <a:t>tính</a:t>
            </a:r>
            <a:r>
              <a:rPr dirty="0" sz="2600" spc="-125">
                <a:latin typeface="Arial MT"/>
                <a:cs typeface="Arial MT"/>
              </a:rPr>
              <a:t> </a:t>
            </a:r>
            <a:r>
              <a:rPr dirty="0" sz="2600" spc="-80">
                <a:latin typeface="Arial MT"/>
                <a:cs typeface="Arial MT"/>
              </a:rPr>
              <a:t>chù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dong</a:t>
            </a:r>
            <a:r>
              <a:rPr dirty="0" sz="2600" spc="-17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cho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hgc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95">
                <a:latin typeface="Arial MT"/>
                <a:cs typeface="Arial MT"/>
              </a:rPr>
              <a:t>sinh</a:t>
            </a:r>
            <a:r>
              <a:rPr dirty="0" sz="2600" spc="-130">
                <a:latin typeface="Arial MT"/>
                <a:cs typeface="Arial MT"/>
              </a:rPr>
              <a:t> </a:t>
            </a:r>
            <a:r>
              <a:rPr dirty="0" sz="2600" spc="-140">
                <a:latin typeface="Arial MT"/>
                <a:cs typeface="Arial MT"/>
              </a:rPr>
              <a:t>và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100">
                <a:latin typeface="Arial MT"/>
                <a:cs typeface="Arial MT"/>
              </a:rPr>
              <a:t>nâng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10">
                <a:latin typeface="Arial MT"/>
                <a:cs typeface="Arial MT"/>
              </a:rPr>
              <a:t>cao </a:t>
            </a:r>
            <a:r>
              <a:rPr dirty="0" sz="2600" spc="-85">
                <a:latin typeface="Arial MT"/>
                <a:cs typeface="Arial MT"/>
              </a:rPr>
              <a:t>hiêu</a:t>
            </a:r>
            <a:r>
              <a:rPr dirty="0" sz="2600" spc="-180">
                <a:latin typeface="Arial MT"/>
                <a:cs typeface="Arial MT"/>
              </a:rPr>
              <a:t> </a:t>
            </a:r>
            <a:r>
              <a:rPr dirty="0" sz="2600" spc="-100">
                <a:latin typeface="Arial MT"/>
                <a:cs typeface="Arial MT"/>
              </a:rPr>
              <a:t>quà </a:t>
            </a:r>
            <a:r>
              <a:rPr dirty="0" sz="2600" spc="-55">
                <a:latin typeface="Arial MT"/>
                <a:cs typeface="Arial MT"/>
              </a:rPr>
              <a:t>phoi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hdp</a:t>
            </a:r>
            <a:r>
              <a:rPr dirty="0" sz="2600" spc="-120">
                <a:latin typeface="Arial MT"/>
                <a:cs typeface="Arial MT"/>
              </a:rPr>
              <a:t> </a:t>
            </a:r>
            <a:r>
              <a:rPr dirty="0" sz="2600" spc="-55">
                <a:latin typeface="Arial MT"/>
                <a:cs typeface="Arial MT"/>
              </a:rPr>
              <a:t>gifîa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90">
                <a:latin typeface="Arial MT"/>
                <a:cs typeface="Arial MT"/>
              </a:rPr>
              <a:t>giáo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viên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-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35">
                <a:latin typeface="Arial MT"/>
                <a:cs typeface="Arial MT"/>
              </a:rPr>
              <a:t>hgc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sinh.</a:t>
            </a:r>
            <a:endParaRPr sz="2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1180"/>
              </a:spcBef>
              <a:tabLst>
                <a:tab pos="249554" algn="l"/>
              </a:tabLst>
            </a:pPr>
            <a:r>
              <a:rPr dirty="0" sz="1300" spc="-50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5549900"/>
            <a:ext cx="5930900" cy="2908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2300" y="5549900"/>
            <a:ext cx="1727200" cy="1422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80300" y="2717800"/>
            <a:ext cx="2273300" cy="2362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900" y="3149600"/>
            <a:ext cx="1536700" cy="635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77900" y="838200"/>
            <a:ext cx="1104900" cy="5969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881" rIns="0" bIns="0" rtlCol="0" vert="horz">
            <a:spAutoFit/>
          </a:bodyPr>
          <a:lstStyle/>
          <a:p>
            <a:pPr marL="1804670">
              <a:lnSpc>
                <a:spcPct val="100000"/>
              </a:lnSpc>
              <a:spcBef>
                <a:spcPts val="135"/>
              </a:spcBef>
            </a:pPr>
            <a:r>
              <a:rPr dirty="0"/>
              <a:t>Tü</a:t>
            </a:r>
            <a:r>
              <a:rPr dirty="0" spc="-320"/>
              <a:t> </a:t>
            </a:r>
            <a:r>
              <a:rPr dirty="0" spc="-130"/>
              <a:t>Nhu</a:t>
            </a:r>
            <a:r>
              <a:rPr dirty="0" spc="-114"/>
              <a:t> </a:t>
            </a:r>
            <a:r>
              <a:rPr dirty="0" spc="-140"/>
              <a:t>Cau</a:t>
            </a:r>
            <a:r>
              <a:rPr dirty="0" spc="-210"/>
              <a:t> </a:t>
            </a:r>
            <a:r>
              <a:rPr dirty="0" spc="-10"/>
              <a:t>Thyc</a:t>
            </a:r>
            <a:r>
              <a:rPr dirty="0" spc="-325"/>
              <a:t> </a:t>
            </a:r>
            <a:r>
              <a:rPr dirty="0" spc="-10"/>
              <a:t>Tièn</a:t>
            </a:r>
            <a:r>
              <a:rPr dirty="0" spc="-145"/>
              <a:t> </a:t>
            </a:r>
            <a:r>
              <a:rPr dirty="0" spc="-65"/>
              <a:t>Dën</a:t>
            </a:r>
            <a:r>
              <a:rPr dirty="0" spc="-190"/>
              <a:t> </a:t>
            </a:r>
            <a:r>
              <a:rPr dirty="0" spc="-145"/>
              <a:t>Giài</a:t>
            </a:r>
            <a:r>
              <a:rPr dirty="0" spc="-110"/>
              <a:t> </a:t>
            </a:r>
            <a:r>
              <a:rPr dirty="0"/>
              <a:t>Pháp</a:t>
            </a:r>
            <a:r>
              <a:rPr dirty="0" spc="-155"/>
              <a:t> </a:t>
            </a:r>
            <a:r>
              <a:rPr dirty="0" spc="-25"/>
              <a:t>Phù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407676" y="2502252"/>
            <a:ext cx="4358640" cy="2179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91895">
              <a:lnSpc>
                <a:spcPts val="3135"/>
              </a:lnSpc>
              <a:spcBef>
                <a:spcPts val="95"/>
              </a:spcBef>
            </a:pPr>
            <a:r>
              <a:rPr dirty="0" sz="2850" spc="-80">
                <a:latin typeface="Cambria"/>
                <a:cs typeface="Cambria"/>
              </a:rPr>
              <a:t>Student</a:t>
            </a:r>
            <a:r>
              <a:rPr dirty="0" sz="2850" spc="-70">
                <a:latin typeface="Cambria"/>
                <a:cs typeface="Cambria"/>
              </a:rPr>
              <a:t> </a:t>
            </a:r>
            <a:r>
              <a:rPr dirty="0" sz="2850" spc="-20">
                <a:latin typeface="Cambria"/>
                <a:cs typeface="Cambria"/>
              </a:rPr>
              <a:t>Need</a:t>
            </a:r>
            <a:endParaRPr sz="2850">
              <a:latin typeface="Cambria"/>
              <a:cs typeface="Cambria"/>
            </a:endParaRPr>
          </a:p>
          <a:p>
            <a:pPr marL="1019810">
              <a:lnSpc>
                <a:spcPts val="8175"/>
              </a:lnSpc>
            </a:pPr>
            <a:r>
              <a:rPr dirty="0" sz="7050" spc="-405">
                <a:solidFill>
                  <a:srgbClr val="07425E"/>
                </a:solidFill>
                <a:latin typeface="Cambria"/>
                <a:cs typeface="Cambria"/>
              </a:rPr>
              <a:t>72.5%</a:t>
            </a:r>
            <a:endParaRPr sz="70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2150">
                <a:latin typeface="Arial MT"/>
                <a:cs typeface="Arial MT"/>
              </a:rPr>
              <a:t>hgc</a:t>
            </a:r>
            <a:r>
              <a:rPr dirty="0" sz="2150" spc="-9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sinh</a:t>
            </a:r>
            <a:r>
              <a:rPr dirty="0" sz="2150" spc="-9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mong</a:t>
            </a:r>
            <a:r>
              <a:rPr dirty="0" sz="2150" spc="-50">
                <a:latin typeface="Arial MT"/>
                <a:cs typeface="Arial MT"/>
              </a:rPr>
              <a:t> </a:t>
            </a:r>
            <a:r>
              <a:rPr dirty="0" sz="2150" spc="-295">
                <a:latin typeface="Arial MT"/>
                <a:cs typeface="Arial MT"/>
              </a:rPr>
              <a:t>mućin</a:t>
            </a:r>
            <a:r>
              <a:rPr dirty="0" sz="2150" spc="14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AI</a:t>
            </a:r>
            <a:r>
              <a:rPr dirty="0" sz="2150" spc="-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"hvóng</a:t>
            </a:r>
            <a:r>
              <a:rPr dirty="0" sz="2150" spc="55">
                <a:latin typeface="Arial MT"/>
                <a:cs typeface="Arial MT"/>
              </a:rPr>
              <a:t> </a:t>
            </a:r>
            <a:r>
              <a:rPr dirty="0" sz="2150" spc="-25">
                <a:latin typeface="Arial MT"/>
                <a:cs typeface="Arial MT"/>
              </a:rPr>
              <a:t>dân</a:t>
            </a:r>
            <a:endParaRPr sz="2150">
              <a:latin typeface="Arial MT"/>
              <a:cs typeface="Arial MT"/>
            </a:endParaRPr>
          </a:p>
          <a:p>
            <a:pPr algn="ctr" marR="5080">
              <a:lnSpc>
                <a:spcPct val="100000"/>
              </a:lnSpc>
              <a:spcBef>
                <a:spcPts val="120"/>
              </a:spcBef>
            </a:pPr>
            <a:r>
              <a:rPr dirty="0" sz="2300" spc="-40">
                <a:latin typeface="Arial MT"/>
                <a:cs typeface="Arial MT"/>
              </a:rPr>
              <a:t>phvong</a:t>
            </a:r>
            <a:r>
              <a:rPr dirty="0" sz="2300" spc="-120">
                <a:latin typeface="Arial MT"/>
                <a:cs typeface="Arial MT"/>
              </a:rPr>
              <a:t> </a:t>
            </a:r>
            <a:r>
              <a:rPr dirty="0" sz="2300" spc="-110">
                <a:latin typeface="Arial MT"/>
                <a:cs typeface="Arial MT"/>
              </a:rPr>
              <a:t>pháp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tim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Iòi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giåi".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31120" y="1877836"/>
            <a:ext cx="418465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-125">
                <a:latin typeface="Cambria"/>
                <a:cs typeface="Cambria"/>
              </a:rPr>
              <a:t>Nhu</a:t>
            </a:r>
            <a:r>
              <a:rPr dirty="0" sz="3250" spc="-80">
                <a:latin typeface="Cambria"/>
                <a:cs typeface="Cambria"/>
              </a:rPr>
              <a:t> </a:t>
            </a:r>
            <a:r>
              <a:rPr dirty="0" sz="3250" spc="-65">
                <a:latin typeface="Cambria"/>
                <a:cs typeface="Cambria"/>
              </a:rPr>
              <a:t>Cau</a:t>
            </a:r>
            <a:r>
              <a:rPr dirty="0" sz="3250" spc="-165">
                <a:latin typeface="Cambria"/>
                <a:cs typeface="Cambria"/>
              </a:rPr>
              <a:t> </a:t>
            </a:r>
            <a:r>
              <a:rPr dirty="0" sz="3250" spc="-30">
                <a:latin typeface="Cambria"/>
                <a:cs typeface="Cambria"/>
              </a:rPr>
              <a:t>Cùa</a:t>
            </a:r>
            <a:r>
              <a:rPr dirty="0" sz="3250" spc="-170">
                <a:latin typeface="Cambria"/>
                <a:cs typeface="Cambria"/>
              </a:rPr>
              <a:t> </a:t>
            </a:r>
            <a:r>
              <a:rPr dirty="0" sz="3250" spc="-110">
                <a:latin typeface="Cambria"/>
                <a:cs typeface="Cambria"/>
              </a:rPr>
              <a:t>Ngüói</a:t>
            </a:r>
            <a:r>
              <a:rPr dirty="0" sz="3250" spc="-55">
                <a:latin typeface="Cambria"/>
                <a:cs typeface="Cambria"/>
              </a:rPr>
              <a:t> </a:t>
            </a:r>
            <a:r>
              <a:rPr dirty="0" sz="3250" spc="-60">
                <a:latin typeface="Cambria"/>
                <a:cs typeface="Cambria"/>
              </a:rPr>
              <a:t>Dùng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63024" y="5277555"/>
            <a:ext cx="3332479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30">
                <a:latin typeface="Cambria"/>
                <a:cs typeface="Cambria"/>
              </a:rPr>
              <a:t>Giài</a:t>
            </a:r>
            <a:r>
              <a:rPr dirty="0" sz="3200" spc="-120">
                <a:latin typeface="Cambria"/>
                <a:cs typeface="Cambria"/>
              </a:rPr>
              <a:t> </a:t>
            </a:r>
            <a:r>
              <a:rPr dirty="0" sz="3200" spc="-80">
                <a:latin typeface="Cambria"/>
                <a:cs typeface="Cambria"/>
              </a:rPr>
              <a:t>Pháp</a:t>
            </a:r>
            <a:r>
              <a:rPr dirty="0" sz="3200" spc="-125">
                <a:latin typeface="Cambria"/>
                <a:cs typeface="Cambria"/>
              </a:rPr>
              <a:t> </a:t>
            </a:r>
            <a:r>
              <a:rPr dirty="0" sz="3200" spc="-45">
                <a:latin typeface="Cambria"/>
                <a:cs typeface="Cambria"/>
              </a:rPr>
              <a:t>Cua</a:t>
            </a:r>
            <a:r>
              <a:rPr dirty="0" sz="3200" spc="-150">
                <a:latin typeface="Cambria"/>
                <a:cs typeface="Cambria"/>
              </a:rPr>
              <a:t> </a:t>
            </a:r>
            <a:r>
              <a:rPr dirty="0" sz="3200" spc="-20">
                <a:latin typeface="Cambria"/>
                <a:cs typeface="Cambria"/>
              </a:rPr>
              <a:t>Miqix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95690" y="7061278"/>
            <a:ext cx="5777230" cy="126936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400"/>
              </a:spcBef>
            </a:pPr>
            <a:r>
              <a:rPr dirty="0" sz="2750" spc="-30">
                <a:latin typeface="Cambria"/>
                <a:cs typeface="Cambria"/>
              </a:rPr>
              <a:t>Student</a:t>
            </a:r>
            <a:r>
              <a:rPr dirty="0" sz="2750" spc="-65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Solution</a:t>
            </a:r>
            <a:endParaRPr sz="2750">
              <a:latin typeface="Cambria"/>
              <a:cs typeface="Cambria"/>
            </a:endParaRPr>
          </a:p>
          <a:p>
            <a:pPr algn="ctr" marL="1905">
              <a:lnSpc>
                <a:spcPts val="2850"/>
              </a:lnSpc>
              <a:spcBef>
                <a:spcPts val="250"/>
              </a:spcBef>
            </a:pPr>
            <a:r>
              <a:rPr dirty="0" sz="2500" spc="-225">
                <a:latin typeface="Cambria"/>
                <a:cs typeface="Cambria"/>
              </a:rPr>
              <a:t>Tra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 spc="-520">
                <a:latin typeface="Cambria"/>
                <a:cs typeface="Cambria"/>
              </a:rPr>
              <a:t>IQ</a:t>
            </a:r>
            <a:r>
              <a:rPr dirty="0" sz="2500" spc="145">
                <a:latin typeface="Cambria"/>
                <a:cs typeface="Cambria"/>
              </a:rPr>
              <a:t> </a:t>
            </a:r>
            <a:r>
              <a:rPr dirty="0" sz="2500" spc="-315">
                <a:latin typeface="Cambria"/>
                <a:cs typeface="Cambria"/>
              </a:rPr>
              <a:t>AI</a:t>
            </a:r>
            <a:r>
              <a:rPr dirty="0" sz="2500" spc="5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duoc</a:t>
            </a:r>
            <a:r>
              <a:rPr dirty="0" sz="2500" spc="-120">
                <a:latin typeface="Cambria"/>
                <a:cs typeface="Cambria"/>
              </a:rPr>
              <a:t> </a:t>
            </a:r>
            <a:r>
              <a:rPr dirty="0" sz="2500" spc="-204">
                <a:latin typeface="Cambria"/>
                <a:cs typeface="Cambria"/>
              </a:rPr>
              <a:t>Iâp</a:t>
            </a:r>
            <a:r>
              <a:rPr dirty="0" sz="2500" spc="-25">
                <a:latin typeface="Cambria"/>
                <a:cs typeface="Cambria"/>
              </a:rPr>
              <a:t> </a:t>
            </a:r>
            <a:r>
              <a:rPr dirty="0" sz="2500" spc="-235">
                <a:latin typeface="Cambria"/>
                <a:cs typeface="Cambria"/>
              </a:rPr>
              <a:t>trình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 spc="-140">
                <a:latin typeface="Cambria"/>
                <a:cs typeface="Cambria"/>
              </a:rPr>
              <a:t>theo</a:t>
            </a:r>
            <a:r>
              <a:rPr dirty="0" sz="2500">
                <a:latin typeface="Cambria"/>
                <a:cs typeface="Cambria"/>
              </a:rPr>
              <a:t> </a:t>
            </a:r>
            <a:r>
              <a:rPr dirty="0" sz="2500" spc="-135">
                <a:latin typeface="Cambria"/>
                <a:cs typeface="Cambria"/>
              </a:rPr>
              <a:t>phvong</a:t>
            </a:r>
            <a:r>
              <a:rPr dirty="0" sz="2500" spc="18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pháp</a:t>
            </a:r>
            <a:endParaRPr sz="2500">
              <a:latin typeface="Cambria"/>
              <a:cs typeface="Cambria"/>
            </a:endParaRPr>
          </a:p>
          <a:p>
            <a:pPr algn="ctr">
              <a:lnSpc>
                <a:spcPts val="3090"/>
              </a:lnSpc>
            </a:pPr>
            <a:r>
              <a:rPr dirty="0" sz="2700" spc="-195">
                <a:latin typeface="Cambria"/>
                <a:cs typeface="Cambria"/>
              </a:rPr>
              <a:t>Socratic,</a:t>
            </a:r>
            <a:r>
              <a:rPr dirty="0" sz="2700" spc="45">
                <a:latin typeface="Cambria"/>
                <a:cs typeface="Cambria"/>
              </a:rPr>
              <a:t> </a:t>
            </a:r>
            <a:r>
              <a:rPr dirty="0" sz="2700" spc="-195">
                <a:latin typeface="Cambria"/>
                <a:cs typeface="Cambria"/>
              </a:rPr>
              <a:t>õat</a:t>
            </a:r>
            <a:r>
              <a:rPr dirty="0" sz="2700" spc="-20">
                <a:latin typeface="Cambria"/>
                <a:cs typeface="Cambria"/>
              </a:rPr>
              <a:t> </a:t>
            </a:r>
            <a:r>
              <a:rPr dirty="0" sz="2700" spc="-160">
                <a:latin typeface="Cambria"/>
                <a:cs typeface="Cambria"/>
              </a:rPr>
              <a:t>câu</a:t>
            </a:r>
            <a:r>
              <a:rPr dirty="0" sz="2700" spc="75">
                <a:latin typeface="Cambria"/>
                <a:cs typeface="Cambria"/>
              </a:rPr>
              <a:t> </a:t>
            </a:r>
            <a:r>
              <a:rPr dirty="0" sz="2700" spc="-310">
                <a:latin typeface="Cambria"/>
                <a:cs typeface="Cambria"/>
              </a:rPr>
              <a:t>hôi</a:t>
            </a:r>
            <a:r>
              <a:rPr dirty="0" sz="2700" spc="45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ggi</a:t>
            </a:r>
            <a:r>
              <a:rPr dirty="0" sz="2700" spc="90">
                <a:latin typeface="Cambria"/>
                <a:cs typeface="Cambria"/>
              </a:rPr>
              <a:t> </a:t>
            </a:r>
            <a:r>
              <a:rPr dirty="0" sz="2700" spc="-280">
                <a:latin typeface="Cambria"/>
                <a:cs typeface="Cambria"/>
              </a:rPr>
              <a:t>mô</a:t>
            </a:r>
            <a:r>
              <a:rPr dirty="0" sz="2700" spc="-170">
                <a:latin typeface="Cambria"/>
                <a:cs typeface="Cambria"/>
              </a:rPr>
              <a:t> </a:t>
            </a:r>
            <a:r>
              <a:rPr dirty="0" sz="2700" spc="-300">
                <a:latin typeface="Cambria"/>
                <a:cs typeface="Cambria"/>
              </a:rPr>
              <a:t>thay</a:t>
            </a:r>
            <a:r>
              <a:rPr dirty="0" sz="2700" spc="195">
                <a:latin typeface="Cambria"/>
                <a:cs typeface="Cambria"/>
              </a:rPr>
              <a:t> </a:t>
            </a:r>
            <a:r>
              <a:rPr dirty="0" sz="2700" spc="-385">
                <a:latin typeface="Cambria"/>
                <a:cs typeface="Cambria"/>
              </a:rPr>
              <a:t>vì</a:t>
            </a:r>
            <a:r>
              <a:rPr dirty="0" sz="2700" spc="35">
                <a:latin typeface="Cambria"/>
                <a:cs typeface="Cambria"/>
              </a:rPr>
              <a:t> </a:t>
            </a:r>
            <a:r>
              <a:rPr dirty="0" sz="2700" spc="-120">
                <a:latin typeface="Cambria"/>
                <a:cs typeface="Cambria"/>
              </a:rPr>
              <a:t>d</a:t>
            </a:r>
            <a:r>
              <a:rPr dirty="0" sz="2700" spc="-200">
                <a:latin typeface="Cambria"/>
                <a:cs typeface="Cambria"/>
              </a:rPr>
              <a:t> </a:t>
            </a:r>
            <a:r>
              <a:rPr dirty="0" sz="2700" spc="-245">
                <a:latin typeface="Cambria"/>
                <a:cs typeface="Cambria"/>
              </a:rPr>
              <a:t>ra</a:t>
            </a:r>
            <a:r>
              <a:rPr dirty="0" sz="2700" spc="-30">
                <a:latin typeface="Cambria"/>
                <a:cs typeface="Cambria"/>
              </a:rPr>
              <a:t> </a:t>
            </a:r>
            <a:r>
              <a:rPr dirty="0" sz="2700" spc="-240">
                <a:latin typeface="Cambria"/>
                <a:cs typeface="Cambria"/>
              </a:rPr>
              <a:t>dáp</a:t>
            </a:r>
            <a:r>
              <a:rPr dirty="0" sz="2700">
                <a:latin typeface="Cambria"/>
                <a:cs typeface="Cambria"/>
              </a:rPr>
              <a:t> </a:t>
            </a:r>
            <a:r>
              <a:rPr dirty="0" sz="2700" spc="-65">
                <a:latin typeface="Cambria"/>
                <a:cs typeface="Cambria"/>
              </a:rPr>
              <a:t>án.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913359" y="2493433"/>
            <a:ext cx="198437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65">
                <a:latin typeface="Cambria"/>
                <a:cs typeface="Cambria"/>
              </a:rPr>
              <a:t>Teacher</a:t>
            </a:r>
            <a:r>
              <a:rPr dirty="0" sz="2900" spc="25">
                <a:latin typeface="Cambria"/>
                <a:cs typeface="Cambria"/>
              </a:rPr>
              <a:t> </a:t>
            </a:r>
            <a:r>
              <a:rPr dirty="0" sz="2900" spc="-130">
                <a:latin typeface="Cambria"/>
                <a:cs typeface="Cambria"/>
              </a:rPr>
              <a:t>Need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467460" y="3909130"/>
            <a:ext cx="4910455" cy="77914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90805" marR="5080" indent="-78740">
              <a:lnSpc>
                <a:spcPts val="2850"/>
              </a:lnSpc>
              <a:spcBef>
                <a:spcPts val="390"/>
              </a:spcBef>
            </a:pPr>
            <a:r>
              <a:rPr dirty="0" sz="2550" spc="-135">
                <a:latin typeface="Cambria"/>
                <a:cs typeface="Cambria"/>
              </a:rPr>
              <a:t>giáo</a:t>
            </a:r>
            <a:r>
              <a:rPr dirty="0" sz="2550" spc="-5">
                <a:latin typeface="Cambria"/>
                <a:cs typeface="Cambria"/>
              </a:rPr>
              <a:t> </a:t>
            </a:r>
            <a:r>
              <a:rPr dirty="0" sz="2550" spc="-210">
                <a:latin typeface="Cambria"/>
                <a:cs typeface="Cambria"/>
              </a:rPr>
              <a:t>vién</a:t>
            </a:r>
            <a:r>
              <a:rPr dirty="0" sz="2550" spc="70">
                <a:latin typeface="Cambria"/>
                <a:cs typeface="Cambria"/>
              </a:rPr>
              <a:t> </a:t>
            </a:r>
            <a:r>
              <a:rPr dirty="0" sz="2550" spc="-254">
                <a:latin typeface="Cambria"/>
                <a:cs typeface="Cambria"/>
              </a:rPr>
              <a:t>mong</a:t>
            </a:r>
            <a:r>
              <a:rPr dirty="0" sz="2550" spc="145">
                <a:latin typeface="Cambria"/>
                <a:cs typeface="Cambria"/>
              </a:rPr>
              <a:t> </a:t>
            </a:r>
            <a:r>
              <a:rPr dirty="0" sz="2550" spc="-305">
                <a:latin typeface="Cambria"/>
                <a:cs typeface="Cambria"/>
              </a:rPr>
              <a:t>mućin</a:t>
            </a:r>
            <a:r>
              <a:rPr dirty="0" sz="2550" spc="125">
                <a:latin typeface="Cambria"/>
                <a:cs typeface="Cambria"/>
              </a:rPr>
              <a:t> </a:t>
            </a:r>
            <a:r>
              <a:rPr dirty="0" sz="2550" spc="-185">
                <a:latin typeface="Cambria"/>
                <a:cs typeface="Cambria"/>
              </a:rPr>
              <a:t>"th</a:t>
            </a:r>
            <a:r>
              <a:rPr dirty="0" sz="2550" spc="-80">
                <a:latin typeface="Cambria"/>
                <a:cs typeface="Cambria"/>
              </a:rPr>
              <a:t> </a:t>
            </a:r>
            <a:r>
              <a:rPr dirty="0" sz="2550" spc="-185">
                <a:latin typeface="Cambria"/>
                <a:cs typeface="Cambria"/>
              </a:rPr>
              <a:t>dong</a:t>
            </a:r>
            <a:r>
              <a:rPr dirty="0" sz="2550" spc="65">
                <a:latin typeface="Cambria"/>
                <a:cs typeface="Cambria"/>
              </a:rPr>
              <a:t> </a:t>
            </a:r>
            <a:r>
              <a:rPr dirty="0" sz="2550" spc="-160">
                <a:latin typeface="Cambria"/>
                <a:cs typeface="Cambria"/>
              </a:rPr>
              <a:t>tdng</a:t>
            </a:r>
            <a:r>
              <a:rPr dirty="0" sz="2550" spc="210">
                <a:latin typeface="Cambria"/>
                <a:cs typeface="Cambria"/>
              </a:rPr>
              <a:t> </a:t>
            </a:r>
            <a:r>
              <a:rPr dirty="0" sz="2550" spc="-25">
                <a:latin typeface="Cambria"/>
                <a:cs typeface="Cambria"/>
              </a:rPr>
              <a:t>hip </a:t>
            </a:r>
            <a:r>
              <a:rPr dirty="0" sz="2550" spc="-185">
                <a:latin typeface="Cambria"/>
                <a:cs typeface="Cambria"/>
              </a:rPr>
              <a:t>báo</a:t>
            </a:r>
            <a:r>
              <a:rPr dirty="0" sz="2550" spc="-35">
                <a:latin typeface="Cambria"/>
                <a:cs typeface="Cambria"/>
              </a:rPr>
              <a:t> </a:t>
            </a:r>
            <a:r>
              <a:rPr dirty="0" sz="2550" spc="-95">
                <a:latin typeface="Cambria"/>
                <a:cs typeface="Cambria"/>
              </a:rPr>
              <a:t>cáo</a:t>
            </a:r>
            <a:r>
              <a:rPr dirty="0" sz="2550" spc="-65">
                <a:latin typeface="Cambria"/>
                <a:cs typeface="Cambria"/>
              </a:rPr>
              <a:t> </a:t>
            </a:r>
            <a:r>
              <a:rPr dirty="0" sz="2550" spc="-190">
                <a:latin typeface="Cambria"/>
                <a:cs typeface="Cambria"/>
              </a:rPr>
              <a:t>tien</a:t>
            </a:r>
            <a:r>
              <a:rPr dirty="0" sz="2550" spc="5">
                <a:latin typeface="Cambria"/>
                <a:cs typeface="Cambria"/>
              </a:rPr>
              <a:t> </a:t>
            </a:r>
            <a:r>
              <a:rPr dirty="0" sz="2550" spc="-100">
                <a:latin typeface="Cambria"/>
                <a:cs typeface="Cambria"/>
              </a:rPr>
              <a:t>do</a:t>
            </a:r>
            <a:r>
              <a:rPr dirty="0" sz="2550" spc="-50">
                <a:latin typeface="Cambria"/>
                <a:cs typeface="Cambria"/>
              </a:rPr>
              <a:t> </a:t>
            </a:r>
            <a:r>
              <a:rPr dirty="0" sz="2550" spc="-215">
                <a:latin typeface="Cambria"/>
                <a:cs typeface="Cambria"/>
              </a:rPr>
              <a:t>và</a:t>
            </a:r>
            <a:r>
              <a:rPr dirty="0" sz="2550" spc="-15">
                <a:latin typeface="Cambria"/>
                <a:cs typeface="Cambria"/>
              </a:rPr>
              <a:t> </a:t>
            </a:r>
            <a:r>
              <a:rPr dirty="0" sz="2550" spc="-190">
                <a:latin typeface="Cambria"/>
                <a:cs typeface="Cambria"/>
              </a:rPr>
              <a:t>diém</a:t>
            </a:r>
            <a:r>
              <a:rPr dirty="0" sz="2550" spc="50">
                <a:latin typeface="Cambria"/>
                <a:cs typeface="Cambria"/>
              </a:rPr>
              <a:t> </a:t>
            </a:r>
            <a:r>
              <a:rPr dirty="0" sz="2550">
                <a:latin typeface="Cambria"/>
                <a:cs typeface="Cambria"/>
              </a:rPr>
              <a:t>sõ</a:t>
            </a:r>
            <a:r>
              <a:rPr dirty="0" sz="2550" spc="-300">
                <a:latin typeface="Cambria"/>
                <a:cs typeface="Cambria"/>
              </a:rPr>
              <a:t> </a:t>
            </a:r>
            <a:r>
              <a:rPr dirty="0" sz="2550" spc="-70">
                <a:latin typeface="Cambria"/>
                <a:cs typeface="Cambria"/>
              </a:rPr>
              <a:t>cúa</a:t>
            </a:r>
            <a:r>
              <a:rPr dirty="0" sz="2550" spc="-30">
                <a:latin typeface="Cambria"/>
                <a:cs typeface="Cambria"/>
              </a:rPr>
              <a:t> </a:t>
            </a:r>
            <a:r>
              <a:rPr dirty="0" sz="2550">
                <a:latin typeface="Cambria"/>
                <a:cs typeface="Cambria"/>
              </a:rPr>
              <a:t>cá</a:t>
            </a:r>
            <a:r>
              <a:rPr dirty="0" sz="2550" spc="35">
                <a:latin typeface="Cambria"/>
                <a:cs typeface="Cambria"/>
              </a:rPr>
              <a:t> </a:t>
            </a:r>
            <a:r>
              <a:rPr dirty="0" sz="2550" spc="-35">
                <a:latin typeface="Cambria"/>
                <a:cs typeface="Cambria"/>
              </a:rPr>
              <a:t>Ióp".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510174" y="7009438"/>
            <a:ext cx="4788535" cy="131381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2900" spc="-180">
                <a:latin typeface="Cambria"/>
                <a:cs typeface="Cambria"/>
              </a:rPr>
              <a:t>Teacher</a:t>
            </a:r>
            <a:r>
              <a:rPr dirty="0" sz="2900" spc="40">
                <a:latin typeface="Cambria"/>
                <a:cs typeface="Cambria"/>
              </a:rPr>
              <a:t> </a:t>
            </a:r>
            <a:r>
              <a:rPr dirty="0" sz="2900" spc="-10">
                <a:latin typeface="Cambria"/>
                <a:cs typeface="Cambria"/>
              </a:rPr>
              <a:t>Solution</a:t>
            </a:r>
            <a:endParaRPr sz="2900">
              <a:latin typeface="Cambria"/>
              <a:cs typeface="Cambria"/>
            </a:endParaRPr>
          </a:p>
          <a:p>
            <a:pPr algn="ctr" marL="15875">
              <a:lnSpc>
                <a:spcPct val="100000"/>
              </a:lnSpc>
              <a:spcBef>
                <a:spcPts val="420"/>
              </a:spcBef>
            </a:pPr>
            <a:r>
              <a:rPr dirty="0" sz="2300" spc="-114">
                <a:latin typeface="Arial MT"/>
                <a:cs typeface="Arial MT"/>
              </a:rPr>
              <a:t>Dashboard</a:t>
            </a:r>
            <a:r>
              <a:rPr dirty="0" sz="2300" spc="75">
                <a:latin typeface="Arial MT"/>
                <a:cs typeface="Arial MT"/>
              </a:rPr>
              <a:t> </a:t>
            </a:r>
            <a:r>
              <a:rPr dirty="0" sz="2300" spc="-140">
                <a:latin typeface="Arial MT"/>
                <a:cs typeface="Arial MT"/>
              </a:rPr>
              <a:t>quân</a:t>
            </a:r>
            <a:r>
              <a:rPr dirty="0" sz="2300" spc="-114">
                <a:latin typeface="Arial MT"/>
                <a:cs typeface="Arial MT"/>
              </a:rPr>
              <a:t> </a:t>
            </a:r>
            <a:r>
              <a:rPr dirty="0" sz="2300" spc="-110">
                <a:latin typeface="Arial MT"/>
                <a:cs typeface="Arial MT"/>
              </a:rPr>
              <a:t>Iy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lóp</a:t>
            </a:r>
            <a:r>
              <a:rPr dirty="0" sz="2300" spc="-11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hoc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cung </a:t>
            </a:r>
            <a:r>
              <a:rPr dirty="0" sz="2300" spc="-25">
                <a:latin typeface="Arial MT"/>
                <a:cs typeface="Arial MT"/>
              </a:rPr>
              <a:t>cáp</a:t>
            </a:r>
            <a:endParaRPr sz="23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2400" spc="-114">
                <a:latin typeface="Arial MT"/>
                <a:cs typeface="Arial MT"/>
              </a:rPr>
              <a:t>thong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0">
                <a:latin typeface="Arial MT"/>
                <a:cs typeface="Arial MT"/>
              </a:rPr>
              <a:t>kê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305">
                <a:latin typeface="Arial MT"/>
                <a:cs typeface="Arial MT"/>
              </a:rPr>
              <a:t>trșc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85">
                <a:latin typeface="Arial MT"/>
                <a:cs typeface="Arial MT"/>
              </a:rPr>
              <a:t>quan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10">
                <a:latin typeface="Arial MT"/>
                <a:cs typeface="Arial MT"/>
              </a:rPr>
              <a:t>và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40">
                <a:latin typeface="Arial MT"/>
                <a:cs typeface="Arial MT"/>
              </a:rPr>
              <a:t>báo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40">
                <a:latin typeface="Arial MT"/>
                <a:cs typeface="Arial MT"/>
              </a:rPr>
              <a:t>cáo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dong.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88578" y="8821737"/>
            <a:ext cx="14884400" cy="85026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3143885" algn="l"/>
              </a:tabLst>
            </a:pPr>
            <a:r>
              <a:rPr dirty="0" sz="2300" spc="-65">
                <a:solidFill>
                  <a:srgbClr val="130000"/>
                </a:solidFill>
                <a:latin typeface="Arial MT"/>
                <a:cs typeface="Arial MT"/>
              </a:rPr>
              <a:t>Thiet</a:t>
            </a:r>
            <a:r>
              <a:rPr dirty="0" sz="2300" spc="-95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30100"/>
                </a:solidFill>
                <a:latin typeface="Arial MT"/>
                <a:cs typeface="Arial MT"/>
              </a:rPr>
              <a:t>kg</a:t>
            </a:r>
            <a:r>
              <a:rPr dirty="0" sz="2300" spc="-345">
                <a:solidFill>
                  <a:srgbClr val="130100"/>
                </a:solidFill>
                <a:latin typeface="Arial MT"/>
                <a:cs typeface="Arial MT"/>
              </a:rPr>
              <a:t> </a:t>
            </a:r>
            <a:r>
              <a:rPr dirty="0" sz="2300" spc="-105">
                <a:solidFill>
                  <a:srgbClr val="110000"/>
                </a:solidFill>
                <a:latin typeface="Arial MT"/>
                <a:cs typeface="Arial MT"/>
              </a:rPr>
              <a:t>cùa</a:t>
            </a:r>
            <a:r>
              <a:rPr dirty="0" sz="2300" spc="-55">
                <a:solidFill>
                  <a:srgbClr val="110000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Miqix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335">
                <a:solidFill>
                  <a:srgbClr val="1A0100"/>
                </a:solidFill>
                <a:latin typeface="Arial MT"/>
                <a:cs typeface="Arial MT"/>
              </a:rPr>
              <a:t>duęc</a:t>
            </a:r>
            <a:r>
              <a:rPr dirty="0" sz="2300">
                <a:solidFill>
                  <a:srgbClr val="1A0100"/>
                </a:solidFill>
                <a:latin typeface="Arial MT"/>
                <a:cs typeface="Arial MT"/>
              </a:rPr>
              <a:t>	</a:t>
            </a:r>
            <a:r>
              <a:rPr dirty="0" baseline="-4830" sz="3450" spc="-52">
                <a:solidFill>
                  <a:srgbClr val="160000"/>
                </a:solidFill>
                <a:latin typeface="Arial MT"/>
                <a:cs typeface="Arial MT"/>
              </a:rPr>
              <a:t>!</a:t>
            </a:r>
            <a:r>
              <a:rPr dirty="0" baseline="1207" sz="3450" spc="-52">
                <a:solidFill>
                  <a:srgbClr val="160000"/>
                </a:solidFill>
                <a:latin typeface="Arial MT"/>
                <a:cs typeface="Arial MT"/>
              </a:rPr>
              <a:t>n</a:t>
            </a:r>
            <a:r>
              <a:rPr dirty="0" baseline="4830" sz="3450" spc="-52">
                <a:solidFill>
                  <a:srgbClr val="160000"/>
                </a:solidFill>
                <a:latin typeface="Arial MT"/>
                <a:cs typeface="Arial MT"/>
              </a:rPr>
              <a:t>h</a:t>
            </a:r>
            <a:r>
              <a:rPr dirty="0" baseline="4830" sz="3450" spc="-494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300" spc="-125">
                <a:solidFill>
                  <a:srgbClr val="160000"/>
                </a:solidFill>
                <a:latin typeface="Arial MT"/>
                <a:cs typeface="Arial MT"/>
              </a:rPr>
              <a:t>hizóng</a:t>
            </a:r>
            <a:r>
              <a:rPr dirty="0" sz="2300" spc="-75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300" spc="-105">
                <a:solidFill>
                  <a:srgbClr val="180100"/>
                </a:solidFill>
                <a:latin typeface="Arial MT"/>
                <a:cs typeface="Arial MT"/>
              </a:rPr>
              <a:t>tri,rc</a:t>
            </a:r>
            <a:r>
              <a:rPr dirty="0" sz="2300" spc="-110">
                <a:solidFill>
                  <a:srgbClr val="180100"/>
                </a:solidFill>
                <a:latin typeface="Arial MT"/>
                <a:cs typeface="Arial MT"/>
              </a:rPr>
              <a:t> </a:t>
            </a:r>
            <a:r>
              <a:rPr dirty="0" sz="2300" spc="-30">
                <a:solidFill>
                  <a:srgbClr val="030303"/>
                </a:solidFill>
                <a:latin typeface="Arial MT"/>
                <a:cs typeface="Arial MT"/>
              </a:rPr>
              <a:t>tiep</a:t>
            </a:r>
            <a:r>
              <a:rPr dirty="0" sz="2300" spc="-20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130000"/>
                </a:solidFill>
                <a:latin typeface="Arial MT"/>
                <a:cs typeface="Arial MT"/>
              </a:rPr>
              <a:t>tù’did</a:t>
            </a:r>
            <a:r>
              <a:rPr dirty="0" sz="2300" spc="-325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300" spc="-370">
                <a:solidFill>
                  <a:srgbClr val="180000"/>
                </a:solidFill>
                <a:latin typeface="Arial MT"/>
                <a:cs typeface="Arial MT"/>
              </a:rPr>
              <a:t>Iìęu</a:t>
            </a:r>
            <a:r>
              <a:rPr dirty="0" sz="2300" spc="-85">
                <a:solidFill>
                  <a:srgbClr val="180000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latin typeface="Arial MT"/>
                <a:cs typeface="Arial MT"/>
              </a:rPr>
              <a:t>khåo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65">
                <a:solidFill>
                  <a:srgbClr val="130000"/>
                </a:solidFill>
                <a:latin typeface="Arial MT"/>
                <a:cs typeface="Arial MT"/>
              </a:rPr>
              <a:t>sát,</a:t>
            </a:r>
            <a:r>
              <a:rPr dirty="0" sz="2300" spc="-155">
                <a:solidFill>
                  <a:srgbClr val="130000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160300"/>
                </a:solidFill>
                <a:latin typeface="Arial MT"/>
                <a:cs typeface="Arial MT"/>
              </a:rPr>
              <a:t>dåm</a:t>
            </a:r>
            <a:r>
              <a:rPr dirty="0" sz="2300" spc="-45">
                <a:solidFill>
                  <a:srgbClr val="160300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110000"/>
                </a:solidFill>
                <a:latin typeface="Arial MT"/>
                <a:cs typeface="Arial MT"/>
              </a:rPr>
              <a:t>båo</a:t>
            </a:r>
            <a:r>
              <a:rPr dirty="0" sz="2300" spc="-20">
                <a:solidFill>
                  <a:srgbClr val="110000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030303"/>
                </a:solidFill>
                <a:latin typeface="Arial MT"/>
                <a:cs typeface="Arial MT"/>
              </a:rPr>
              <a:t>gíåi </a:t>
            </a:r>
            <a:r>
              <a:rPr dirty="0" sz="2300" spc="-95">
                <a:solidFill>
                  <a:srgbClr val="160000"/>
                </a:solidFill>
                <a:latin typeface="Arial MT"/>
                <a:cs typeface="Arial MT"/>
              </a:rPr>
              <a:t>quyét</a:t>
            </a:r>
            <a:r>
              <a:rPr dirty="0" sz="2300" spc="10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300" spc="-70">
                <a:solidFill>
                  <a:srgbClr val="110000"/>
                </a:solidFill>
                <a:latin typeface="Arial MT"/>
                <a:cs typeface="Arial MT"/>
              </a:rPr>
              <a:t>dúng</a:t>
            </a:r>
            <a:r>
              <a:rPr dirty="0" sz="2300" spc="-30">
                <a:solidFill>
                  <a:srgbClr val="110000"/>
                </a:solidFill>
                <a:latin typeface="Arial MT"/>
                <a:cs typeface="Arial MT"/>
              </a:rPr>
              <a:t> </a:t>
            </a:r>
            <a:r>
              <a:rPr dirty="0" sz="2300" spc="-145">
                <a:solidFill>
                  <a:srgbClr val="150100"/>
                </a:solidFill>
                <a:latin typeface="Arial MT"/>
                <a:cs typeface="Arial MT"/>
              </a:rPr>
              <a:t>và</a:t>
            </a:r>
            <a:r>
              <a:rPr dirty="0" sz="2300" spc="-130">
                <a:solidFill>
                  <a:srgbClr val="150100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9E7E67"/>
                </a:solidFill>
                <a:latin typeface="Arial MT"/>
                <a:cs typeface="Arial MT"/>
              </a:rPr>
              <a:t>trúng</a:t>
            </a:r>
            <a:r>
              <a:rPr dirty="0" sz="2300" spc="15">
                <a:solidFill>
                  <a:srgbClr val="9E7E67"/>
                </a:solidFill>
                <a:latin typeface="Arial MT"/>
                <a:cs typeface="Arial MT"/>
              </a:rPr>
              <a:t> </a:t>
            </a:r>
            <a:r>
              <a:rPr dirty="0" sz="2300" spc="-120">
                <a:solidFill>
                  <a:srgbClr val="030303"/>
                </a:solidFill>
                <a:latin typeface="Arial MT"/>
                <a:cs typeface="Arial MT"/>
              </a:rPr>
              <a:t>ván</a:t>
            </a:r>
            <a:r>
              <a:rPr dirty="0" sz="2300" spc="-9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160100"/>
                </a:solidFill>
                <a:latin typeface="Arial MT"/>
                <a:cs typeface="Arial MT"/>
              </a:rPr>
              <a:t>dè</a:t>
            </a:r>
            <a:r>
              <a:rPr dirty="0" sz="2300" spc="-70">
                <a:solidFill>
                  <a:srgbClr val="160100"/>
                </a:solidFill>
                <a:latin typeface="Arial MT"/>
                <a:cs typeface="Arial MT"/>
              </a:rPr>
              <a:t> </a:t>
            </a:r>
            <a:r>
              <a:rPr dirty="0" sz="2300" spc="-120">
                <a:solidFill>
                  <a:srgbClr val="907260"/>
                </a:solidFill>
                <a:latin typeface="Arial MT"/>
                <a:cs typeface="Arial MT"/>
              </a:rPr>
              <a:t>cùa</a:t>
            </a:r>
            <a:r>
              <a:rPr dirty="0" sz="2300" spc="-100">
                <a:solidFill>
                  <a:srgbClr val="907260"/>
                </a:solidFill>
                <a:latin typeface="Arial MT"/>
                <a:cs typeface="Arial MT"/>
              </a:rPr>
              <a:t> </a:t>
            </a:r>
            <a:r>
              <a:rPr dirty="0" sz="2300" spc="-175">
                <a:solidFill>
                  <a:srgbClr val="160000"/>
                </a:solidFill>
                <a:latin typeface="Arial MT"/>
                <a:cs typeface="Arial MT"/>
              </a:rPr>
              <a:t>ngiYòi</a:t>
            </a:r>
            <a:r>
              <a:rPr dirty="0" sz="2300" spc="25">
                <a:solidFill>
                  <a:srgbClr val="160000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dùng.</a:t>
            </a:r>
            <a:endParaRPr sz="2300">
              <a:latin typeface="Arial MT"/>
              <a:cs typeface="Arial MT"/>
            </a:endParaRPr>
          </a:p>
          <a:p>
            <a:pPr algn="r" marR="399415">
              <a:lnSpc>
                <a:spcPct val="100000"/>
              </a:lnSpc>
              <a:spcBef>
                <a:spcPts val="790"/>
              </a:spcBef>
            </a:pPr>
            <a:r>
              <a:rPr dirty="0" sz="1500" spc="-5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75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500" y="3390900"/>
            <a:ext cx="1638300" cy="276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0" y="3378200"/>
            <a:ext cx="2235200" cy="2755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8100" y="3327400"/>
            <a:ext cx="2730500" cy="2806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87800" y="1841500"/>
            <a:ext cx="1435100" cy="7112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5200" y="977900"/>
            <a:ext cx="2044700" cy="698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57300" y="1028700"/>
            <a:ext cx="1206500" cy="6477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27766" y="761647"/>
            <a:ext cx="14227175" cy="179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02815">
              <a:lnSpc>
                <a:spcPts val="6890"/>
              </a:lnSpc>
              <a:spcBef>
                <a:spcPts val="100"/>
              </a:spcBef>
            </a:pPr>
            <a:r>
              <a:rPr dirty="0" sz="5900">
                <a:solidFill>
                  <a:srgbClr val="0A0A0A"/>
                </a:solidFill>
                <a:latin typeface="Cambria"/>
                <a:cs typeface="Cambria"/>
              </a:rPr>
              <a:t>Phát</a:t>
            </a:r>
            <a:r>
              <a:rPr dirty="0" sz="5900" spc="-16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5900" spc="-135">
                <a:latin typeface="Cambria"/>
                <a:cs typeface="Cambria"/>
              </a:rPr>
              <a:t>Triên:</a:t>
            </a:r>
            <a:r>
              <a:rPr dirty="0" sz="5900" spc="-75">
                <a:latin typeface="Cambria"/>
                <a:cs typeface="Cambria"/>
              </a:rPr>
              <a:t> </a:t>
            </a:r>
            <a:r>
              <a:rPr dirty="0" sz="5900" spc="-60">
                <a:solidFill>
                  <a:srgbClr val="0F0F0F"/>
                </a:solidFill>
                <a:latin typeface="Cambria"/>
                <a:cs typeface="Cambria"/>
              </a:rPr>
              <a:t>Xây</a:t>
            </a:r>
            <a:r>
              <a:rPr dirty="0" sz="5900" spc="-26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5900">
                <a:solidFill>
                  <a:srgbClr val="0A0A0A"/>
                </a:solidFill>
                <a:latin typeface="Cambria"/>
                <a:cs typeface="Cambria"/>
              </a:rPr>
              <a:t>Dyng</a:t>
            </a:r>
            <a:r>
              <a:rPr dirty="0" sz="5900" spc="-25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5900" spc="-300">
                <a:solidFill>
                  <a:srgbClr val="0C0C0C"/>
                </a:solidFill>
                <a:latin typeface="Cambria"/>
                <a:cs typeface="Cambria"/>
              </a:rPr>
              <a:t>HÇ</a:t>
            </a:r>
            <a:r>
              <a:rPr dirty="0" sz="5900" spc="-3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5900">
                <a:solidFill>
                  <a:srgbClr val="0C0C0C"/>
                </a:solidFill>
                <a:latin typeface="Cambria"/>
                <a:cs typeface="Cambria"/>
              </a:rPr>
              <a:t>Sinh</a:t>
            </a:r>
            <a:r>
              <a:rPr dirty="0" sz="5900" spc="-21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5900" spc="-75">
                <a:latin typeface="Cambria"/>
                <a:cs typeface="Cambria"/>
              </a:rPr>
              <a:t>Thái</a:t>
            </a:r>
            <a:r>
              <a:rPr dirty="0" sz="5900" spc="-235">
                <a:latin typeface="Cambria"/>
                <a:cs typeface="Cambria"/>
              </a:rPr>
              <a:t> </a:t>
            </a:r>
            <a:r>
              <a:rPr dirty="0" sz="5900" spc="-25">
                <a:solidFill>
                  <a:srgbClr val="0C0C0C"/>
                </a:solidFill>
                <a:latin typeface="Cambria"/>
                <a:cs typeface="Cambria"/>
              </a:rPr>
              <a:t>Hoc</a:t>
            </a:r>
            <a:endParaRPr sz="5900">
              <a:latin typeface="Cambria"/>
              <a:cs typeface="Cambria"/>
            </a:endParaRPr>
          </a:p>
          <a:p>
            <a:pPr marL="12700">
              <a:lnSpc>
                <a:spcPts val="7070"/>
              </a:lnSpc>
            </a:pPr>
            <a:r>
              <a:rPr dirty="0" sz="6050" spc="-345">
                <a:solidFill>
                  <a:srgbClr val="0E0E0E"/>
                </a:solidFill>
                <a:latin typeface="Cambria"/>
                <a:cs typeface="Cambria"/>
              </a:rPr>
              <a:t>Tf;p</a:t>
            </a:r>
            <a:r>
              <a:rPr dirty="0" sz="6050" spc="6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50" spc="-300">
                <a:solidFill>
                  <a:srgbClr val="0F0F0F"/>
                </a:solidFill>
                <a:latin typeface="Cambria"/>
                <a:cs typeface="Cambria"/>
              </a:rPr>
              <a:t>Toàn</a:t>
            </a:r>
            <a:r>
              <a:rPr dirty="0" sz="6050" spc="-15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50" spc="-20">
                <a:latin typeface="Cambria"/>
                <a:cs typeface="Cambria"/>
              </a:rPr>
              <a:t>Dien</a:t>
            </a:r>
            <a:endParaRPr sz="60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9053" y="6596955"/>
            <a:ext cx="4552315" cy="2372360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3100" spc="-40">
                <a:latin typeface="Cambria"/>
                <a:cs typeface="Cambria"/>
              </a:rPr>
              <a:t>Phát</a:t>
            </a:r>
            <a:r>
              <a:rPr dirty="0" sz="3100" spc="-65">
                <a:latin typeface="Cambria"/>
                <a:cs typeface="Cambria"/>
              </a:rPr>
              <a:t> </a:t>
            </a:r>
            <a:r>
              <a:rPr dirty="0" sz="3100" spc="-125">
                <a:latin typeface="Cambria"/>
                <a:cs typeface="Cambria"/>
              </a:rPr>
              <a:t>trien</a:t>
            </a:r>
            <a:r>
              <a:rPr dirty="0" sz="3100" spc="-45">
                <a:latin typeface="Cambria"/>
                <a:cs typeface="Cambria"/>
              </a:rPr>
              <a:t> </a:t>
            </a:r>
            <a:r>
              <a:rPr dirty="0" sz="3100" spc="-85">
                <a:latin typeface="Cambria"/>
                <a:cs typeface="Cambria"/>
              </a:rPr>
              <a:t>Úng</a:t>
            </a:r>
            <a:r>
              <a:rPr dirty="0" sz="3100" spc="-90">
                <a:latin typeface="Cambria"/>
                <a:cs typeface="Cambria"/>
              </a:rPr>
              <a:t> </a:t>
            </a:r>
            <a:r>
              <a:rPr dirty="0" sz="3100" spc="-100">
                <a:latin typeface="Cambria"/>
                <a:cs typeface="Cambria"/>
              </a:rPr>
              <a:t>dung</a:t>
            </a:r>
            <a:r>
              <a:rPr dirty="0" sz="3100" spc="-70">
                <a:latin typeface="Cambria"/>
                <a:cs typeface="Cambria"/>
              </a:rPr>
              <a:t> </a:t>
            </a:r>
            <a:r>
              <a:rPr dirty="0" sz="3100" spc="-30">
                <a:latin typeface="Cambria"/>
                <a:cs typeface="Cambria"/>
              </a:rPr>
              <a:t>Di</a:t>
            </a:r>
            <a:r>
              <a:rPr dirty="0" sz="3100" spc="-140">
                <a:latin typeface="Cambria"/>
                <a:cs typeface="Cambria"/>
              </a:rPr>
              <a:t> </a:t>
            </a:r>
            <a:r>
              <a:rPr dirty="0" sz="3100" spc="-20">
                <a:latin typeface="Cambria"/>
                <a:cs typeface="Cambria"/>
              </a:rPr>
              <a:t>dong</a:t>
            </a:r>
            <a:endParaRPr sz="3100">
              <a:latin typeface="Cambria"/>
              <a:cs typeface="Cambria"/>
            </a:endParaRPr>
          </a:p>
          <a:p>
            <a:pPr marL="15875" marR="5080" indent="5715">
              <a:lnSpc>
                <a:spcPct val="117200"/>
              </a:lnSpc>
              <a:spcBef>
                <a:spcPts val="625"/>
              </a:spcBef>
              <a:tabLst>
                <a:tab pos="1750695" algn="l"/>
              </a:tabLst>
            </a:pPr>
            <a:r>
              <a:rPr dirty="0" sz="2200" spc="-85">
                <a:latin typeface="Arial MT"/>
                <a:cs typeface="Arial MT"/>
              </a:rPr>
              <a:t>Xây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d‹/ng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phi4n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bân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Mobile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App </a:t>
            </a:r>
            <a:r>
              <a:rPr dirty="0" sz="2300" spc="-30">
                <a:latin typeface="Arial MT"/>
                <a:cs typeface="Arial MT"/>
              </a:rPr>
              <a:t>(Android/iOS)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35">
                <a:latin typeface="Arial MT"/>
                <a:cs typeface="Arial MT"/>
              </a:rPr>
              <a:t>dé</a:t>
            </a:r>
            <a:r>
              <a:rPr dirty="0" sz="2300" spc="-135">
                <a:latin typeface="Arial MT"/>
                <a:cs typeface="Arial MT"/>
              </a:rPr>
              <a:t> </a:t>
            </a:r>
            <a:r>
              <a:rPr dirty="0" sz="2300" spc="-30">
                <a:latin typeface="Arial MT"/>
                <a:cs typeface="Arial MT"/>
              </a:rPr>
              <a:t>hgc</a:t>
            </a:r>
            <a:r>
              <a:rPr dirty="0" sz="2300" spc="-125">
                <a:latin typeface="Arial MT"/>
                <a:cs typeface="Arial MT"/>
              </a:rPr>
              <a:t> </a:t>
            </a:r>
            <a:r>
              <a:rPr dirty="0" sz="2300" spc="-90">
                <a:latin typeface="Arial MT"/>
                <a:cs typeface="Arial MT"/>
              </a:rPr>
              <a:t>sinh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có</a:t>
            </a:r>
            <a:r>
              <a:rPr dirty="0" sz="2300" spc="-1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the</a:t>
            </a:r>
            <a:r>
              <a:rPr dirty="0" sz="2300" spc="-12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hoc </a:t>
            </a:r>
            <a:r>
              <a:rPr dirty="0" sz="2150">
                <a:latin typeface="Arial MT"/>
                <a:cs typeface="Arial MT"/>
              </a:rPr>
              <a:t>tap</a:t>
            </a:r>
            <a:r>
              <a:rPr dirty="0" sz="2150" spc="-7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và</a:t>
            </a:r>
            <a:r>
              <a:rPr dirty="0" sz="2150" spc="1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quân</a:t>
            </a:r>
            <a:r>
              <a:rPr dirty="0" sz="2150" spc="2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ty</a:t>
            </a:r>
            <a:r>
              <a:rPr dirty="0" sz="2150" spc="-3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công</a:t>
            </a:r>
            <a:r>
              <a:rPr dirty="0" sz="2150" spc="-7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viéc</a:t>
            </a:r>
            <a:r>
              <a:rPr dirty="0" sz="2150" spc="-5">
                <a:latin typeface="Arial MT"/>
                <a:cs typeface="Arial MT"/>
              </a:rPr>
              <a:t> </a:t>
            </a:r>
            <a:r>
              <a:rPr dirty="0" sz="2150" spc="-80" i="1">
                <a:latin typeface="Arial"/>
                <a:cs typeface="Arial"/>
              </a:rPr>
              <a:t>COi</a:t>
            </a:r>
            <a:r>
              <a:rPr dirty="0" sz="2150" spc="105" i="1">
                <a:latin typeface="Arial"/>
                <a:cs typeface="Arial"/>
              </a:rPr>
              <a:t> </a:t>
            </a:r>
            <a:r>
              <a:rPr dirty="0" sz="2150" spc="-160">
                <a:latin typeface="Arial MT"/>
                <a:cs typeface="Arial MT"/>
              </a:rPr>
              <a:t>!uC,</a:t>
            </a:r>
            <a:r>
              <a:rPr dirty="0" sz="2150" spc="10">
                <a:latin typeface="Arial MT"/>
                <a:cs typeface="Arial MT"/>
              </a:rPr>
              <a:t> </a:t>
            </a:r>
            <a:r>
              <a:rPr dirty="0" sz="2150" spc="-160">
                <a:latin typeface="Arial MT"/>
                <a:cs typeface="Arial MT"/>
              </a:rPr>
              <a:t>ITlOi </a:t>
            </a:r>
            <a:r>
              <a:rPr dirty="0" sz="2350" spc="-20">
                <a:latin typeface="Arial MT"/>
                <a:cs typeface="Arial MT"/>
              </a:rPr>
              <a:t>noi.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93929" y="6596955"/>
            <a:ext cx="4765675" cy="2372360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605"/>
              </a:spcBef>
            </a:pPr>
            <a:r>
              <a:rPr dirty="0" sz="3100">
                <a:latin typeface="Cambria"/>
                <a:cs typeface="Cambria"/>
              </a:rPr>
              <a:t>Cá</a:t>
            </a:r>
            <a:r>
              <a:rPr dirty="0" sz="3100" spc="-175">
                <a:latin typeface="Cambria"/>
                <a:cs typeface="Cambria"/>
              </a:rPr>
              <a:t> </a:t>
            </a:r>
            <a:r>
              <a:rPr dirty="0" sz="3100" spc="-85">
                <a:latin typeface="Cambria"/>
                <a:cs typeface="Cambria"/>
              </a:rPr>
              <a:t>Nhân </a:t>
            </a:r>
            <a:r>
              <a:rPr dirty="0" sz="3100" spc="-75">
                <a:latin typeface="Cambria"/>
                <a:cs typeface="Cambria"/>
              </a:rPr>
              <a:t>Hóa</a:t>
            </a:r>
            <a:r>
              <a:rPr dirty="0" sz="3100" spc="-55">
                <a:latin typeface="Cambria"/>
                <a:cs typeface="Cambria"/>
              </a:rPr>
              <a:t> </a:t>
            </a:r>
            <a:r>
              <a:rPr dirty="0" sz="3100" spc="-120">
                <a:latin typeface="Cambria"/>
                <a:cs typeface="Cambria"/>
              </a:rPr>
              <a:t>Sàu</a:t>
            </a:r>
            <a:r>
              <a:rPr dirty="0" sz="3100" spc="-65">
                <a:latin typeface="Cambria"/>
                <a:cs typeface="Cambria"/>
              </a:rPr>
              <a:t> </a:t>
            </a:r>
            <a:r>
              <a:rPr dirty="0" sz="3100" spc="-25">
                <a:latin typeface="Cambria"/>
                <a:cs typeface="Cambria"/>
              </a:rPr>
              <a:t>Hdn</a:t>
            </a:r>
            <a:endParaRPr sz="3100">
              <a:latin typeface="Cambria"/>
              <a:cs typeface="Cambria"/>
            </a:endParaRPr>
          </a:p>
          <a:p>
            <a:pPr marL="12700" marR="5080" indent="10795">
              <a:lnSpc>
                <a:spcPct val="117200"/>
              </a:lnSpc>
              <a:spcBef>
                <a:spcPts val="625"/>
              </a:spcBef>
            </a:pPr>
            <a:r>
              <a:rPr dirty="0" sz="2200" spc="-60">
                <a:latin typeface="Arial MT"/>
                <a:cs typeface="Arial MT"/>
              </a:rPr>
              <a:t>Tãng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cvõng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 spc="-95">
                <a:latin typeface="Arial MT"/>
                <a:cs typeface="Arial MT"/>
              </a:rPr>
              <a:t>AI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phân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tích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dii</a:t>
            </a:r>
            <a:r>
              <a:rPr dirty="0" sz="2200" spc="1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lieu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hgc </a:t>
            </a:r>
            <a:r>
              <a:rPr dirty="0" sz="2300">
                <a:latin typeface="Arial MT"/>
                <a:cs typeface="Arial MT"/>
              </a:rPr>
              <a:t>tap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dé</a:t>
            </a:r>
            <a:r>
              <a:rPr dirty="0" sz="2300" spc="-1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de</a:t>
            </a:r>
            <a:r>
              <a:rPr dirty="0" sz="2300" spc="-145">
                <a:latin typeface="Arial MT"/>
                <a:cs typeface="Arial MT"/>
              </a:rPr>
              <a:t> </a:t>
            </a:r>
            <a:r>
              <a:rPr dirty="0" sz="2300" spc="-70">
                <a:latin typeface="Arial MT"/>
                <a:cs typeface="Arial MT"/>
              </a:rPr>
              <a:t>xuát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lo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trinh</a:t>
            </a:r>
            <a:r>
              <a:rPr dirty="0" sz="2300" spc="-105">
                <a:latin typeface="Arial MT"/>
                <a:cs typeface="Arial MT"/>
              </a:rPr>
              <a:t> </a:t>
            </a:r>
            <a:r>
              <a:rPr dirty="0" sz="2300" spc="-140">
                <a:latin typeface="Arial MT"/>
                <a:cs typeface="Arial MT"/>
              </a:rPr>
              <a:t>và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55">
                <a:latin typeface="Arial MT"/>
                <a:cs typeface="Arial MT"/>
              </a:rPr>
              <a:t>noi</a:t>
            </a:r>
            <a:r>
              <a:rPr dirty="0" sz="2300" spc="-105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dung</a:t>
            </a:r>
            <a:r>
              <a:rPr dirty="0" sz="2300" spc="-114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phu </a:t>
            </a:r>
            <a:r>
              <a:rPr dirty="0" sz="2150">
                <a:latin typeface="Arial MT"/>
                <a:cs typeface="Arial MT"/>
              </a:rPr>
              <a:t>hop</a:t>
            </a:r>
            <a:r>
              <a:rPr dirty="0" sz="2150" spc="-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vói</a:t>
            </a:r>
            <a:r>
              <a:rPr dirty="0" sz="2150" spc="-8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nâng</a:t>
            </a:r>
            <a:r>
              <a:rPr dirty="0" sz="2150" spc="-85">
                <a:latin typeface="Arial MT"/>
                <a:cs typeface="Arial MT"/>
              </a:rPr>
              <a:t> </a:t>
            </a:r>
            <a:r>
              <a:rPr dirty="0" sz="2150" spc="-105">
                <a:latin typeface="Arial MT"/>
                <a:cs typeface="Arial MT"/>
              </a:rPr>
              <a:t>Icrc,</a:t>
            </a:r>
            <a:r>
              <a:rPr dirty="0" sz="2150" spc="3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diem</a:t>
            </a:r>
            <a:r>
              <a:rPr dirty="0" sz="2150" spc="-2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manh/yeu</a:t>
            </a:r>
            <a:r>
              <a:rPr dirty="0" sz="2150" spc="60">
                <a:latin typeface="Arial MT"/>
                <a:cs typeface="Arial MT"/>
              </a:rPr>
              <a:t> </a:t>
            </a:r>
            <a:r>
              <a:rPr dirty="0" sz="2150" spc="-25">
                <a:latin typeface="Arial MT"/>
                <a:cs typeface="Arial MT"/>
              </a:rPr>
              <a:t>cúa </a:t>
            </a:r>
            <a:r>
              <a:rPr dirty="0" sz="2350" spc="185">
                <a:latin typeface="Arial MT"/>
                <a:cs typeface="Arial MT"/>
              </a:rPr>
              <a:t>ting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145">
                <a:latin typeface="Arial MT"/>
                <a:cs typeface="Arial MT"/>
              </a:rPr>
              <a:t>cá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nhân.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661327" y="6622956"/>
            <a:ext cx="4959350" cy="2350135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3100" spc="-85">
                <a:latin typeface="Cambria"/>
                <a:cs typeface="Cambria"/>
              </a:rPr>
              <a:t>Nhân</a:t>
            </a:r>
            <a:r>
              <a:rPr dirty="0" sz="3100" spc="-80">
                <a:latin typeface="Cambria"/>
                <a:cs typeface="Cambria"/>
              </a:rPr>
              <a:t> </a:t>
            </a:r>
            <a:r>
              <a:rPr dirty="0" sz="3100" spc="-105">
                <a:latin typeface="Cambria"/>
                <a:cs typeface="Cambria"/>
              </a:rPr>
              <a:t>Rong</a:t>
            </a:r>
            <a:r>
              <a:rPr dirty="0" sz="3100" spc="-70">
                <a:latin typeface="Cambria"/>
                <a:cs typeface="Cambria"/>
              </a:rPr>
              <a:t> </a:t>
            </a:r>
            <a:r>
              <a:rPr dirty="0" sz="3100" spc="-85">
                <a:latin typeface="Cambria"/>
                <a:cs typeface="Cambria"/>
              </a:rPr>
              <a:t>Ouy</a:t>
            </a:r>
            <a:r>
              <a:rPr dirty="0" sz="3100" spc="-65">
                <a:latin typeface="Cambria"/>
                <a:cs typeface="Cambria"/>
              </a:rPr>
              <a:t> </a:t>
            </a:r>
            <a:r>
              <a:rPr dirty="0" sz="3100" spc="-25">
                <a:latin typeface="Cambria"/>
                <a:cs typeface="Cambria"/>
              </a:rPr>
              <a:t>Mô</a:t>
            </a:r>
            <a:endParaRPr sz="3100">
              <a:latin typeface="Cambria"/>
              <a:cs typeface="Cambria"/>
            </a:endParaRPr>
          </a:p>
          <a:p>
            <a:pPr marL="14604" marR="5080" indent="-1905">
              <a:lnSpc>
                <a:spcPct val="109900"/>
              </a:lnSpc>
              <a:spcBef>
                <a:spcPts val="700"/>
              </a:spcBef>
            </a:pPr>
            <a:r>
              <a:rPr dirty="0" sz="2350" spc="-60">
                <a:latin typeface="Arial MT"/>
                <a:cs typeface="Arial MT"/>
              </a:rPr>
              <a:t>Mõ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rong</a:t>
            </a:r>
            <a:r>
              <a:rPr dirty="0" sz="2350" spc="-40">
                <a:latin typeface="Arial MT"/>
                <a:cs typeface="Arial MT"/>
              </a:rPr>
              <a:t> trien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khai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ra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 spc="-229">
                <a:latin typeface="Arial MT"/>
                <a:cs typeface="Arial MT"/>
              </a:rPr>
              <a:t>nhi”eu</a:t>
            </a:r>
            <a:r>
              <a:rPr dirty="0" sz="2350" spc="1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trvõng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hoc, </a:t>
            </a:r>
            <a:r>
              <a:rPr dirty="0" sz="2350" spc="-50">
                <a:latin typeface="Arial MT"/>
                <a:cs typeface="Arial MT"/>
              </a:rPr>
              <a:t>tích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60">
                <a:latin typeface="Arial MT"/>
                <a:cs typeface="Arial MT"/>
              </a:rPr>
              <a:t>hgp</a:t>
            </a:r>
            <a:r>
              <a:rPr dirty="0" sz="2350" spc="-100">
                <a:latin typeface="Arial MT"/>
                <a:cs typeface="Arial MT"/>
              </a:rPr>
              <a:t> vói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các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he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50">
                <a:latin typeface="Arial MT"/>
                <a:cs typeface="Arial MT"/>
              </a:rPr>
              <a:t>thong</a:t>
            </a:r>
            <a:r>
              <a:rPr dirty="0" sz="2350" spc="-10">
                <a:latin typeface="Arial MT"/>
                <a:cs typeface="Arial MT"/>
              </a:rPr>
              <a:t> </a:t>
            </a:r>
            <a:r>
              <a:rPr dirty="0" sz="2350" spc="-170">
                <a:latin typeface="Arial MT"/>
                <a:cs typeface="Arial MT"/>
              </a:rPr>
              <a:t>quán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90">
                <a:latin typeface="Arial MT"/>
                <a:cs typeface="Arial MT"/>
              </a:rPr>
              <a:t>Iy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giáo </a:t>
            </a:r>
            <a:r>
              <a:rPr dirty="0" sz="2350" spc="-120">
                <a:latin typeface="Arial MT"/>
                <a:cs typeface="Arial MT"/>
              </a:rPr>
              <a:t>duc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 spc="-114">
                <a:latin typeface="Arial MT"/>
                <a:cs typeface="Arial MT"/>
              </a:rPr>
              <a:t>Ión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 spc="-90">
                <a:latin typeface="Arial MT"/>
                <a:cs typeface="Arial MT"/>
              </a:rPr>
              <a:t>han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114">
                <a:latin typeface="Arial MT"/>
                <a:cs typeface="Arial MT"/>
              </a:rPr>
              <a:t>de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 spc="-50">
                <a:latin typeface="Arial MT"/>
                <a:cs typeface="Arial MT"/>
              </a:rPr>
              <a:t>tao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ra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tác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dông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 spc="-45">
                <a:latin typeface="Arial MT"/>
                <a:cs typeface="Arial MT"/>
              </a:rPr>
              <a:t>trên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30">
                <a:latin typeface="Arial MT"/>
                <a:cs typeface="Arial MT"/>
              </a:rPr>
              <a:t>diên </a:t>
            </a:r>
            <a:r>
              <a:rPr dirty="0" sz="2500" spc="-10">
                <a:latin typeface="Arial MT"/>
                <a:cs typeface="Arial MT"/>
              </a:rPr>
              <a:t>rong.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707030" y="9439980"/>
            <a:ext cx="113664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65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360723" y="9439980"/>
            <a:ext cx="9779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4800" y="3327400"/>
            <a:ext cx="660400" cy="2743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900" y="0"/>
            <a:ext cx="6972300" cy="3276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12900" y="8115300"/>
            <a:ext cx="2133600" cy="1638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9400" y="8775700"/>
            <a:ext cx="266700" cy="977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4830" y="1284463"/>
            <a:ext cx="14202410" cy="1941195"/>
          </a:xfrm>
          <a:prstGeom prst="rect"/>
        </p:spPr>
        <p:txBody>
          <a:bodyPr wrap="square" lIns="0" tIns="156845" rIns="0" bIns="0" rtlCol="0" vert="horz">
            <a:spAutoFit/>
          </a:bodyPr>
          <a:lstStyle/>
          <a:p>
            <a:pPr marL="175895" marR="5080" indent="-163830">
              <a:lnSpc>
                <a:spcPts val="7000"/>
              </a:lnSpc>
              <a:spcBef>
                <a:spcPts val="1235"/>
              </a:spcBef>
            </a:pPr>
            <a:r>
              <a:rPr dirty="0" sz="6700" spc="55">
                <a:solidFill>
                  <a:srgbClr val="1C1C1C"/>
                </a:solidFill>
                <a:latin typeface="Cambria"/>
                <a:cs typeface="Cambria"/>
              </a:rPr>
              <a:t>Miqix:</a:t>
            </a:r>
            <a:r>
              <a:rPr dirty="0" sz="6700" spc="-21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 spc="1415">
                <a:solidFill>
                  <a:srgbClr val="1D1D1D"/>
                </a:solidFill>
                <a:latin typeface="Cambria"/>
                <a:cs typeface="Cambria"/>
              </a:rPr>
              <a:t>Jông</a:t>
            </a:r>
            <a:r>
              <a:rPr dirty="0" sz="6700" spc="-145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dirty="0" sz="6700" spc="145">
                <a:solidFill>
                  <a:srgbClr val="1C1C1C"/>
                </a:solidFill>
                <a:latin typeface="Cambria"/>
                <a:cs typeface="Cambria"/>
              </a:rPr>
              <a:t>Chi</a:t>
            </a:r>
            <a:r>
              <a:rPr dirty="0" sz="6700" spc="-42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 spc="135">
                <a:solidFill>
                  <a:srgbClr val="1F1F1F"/>
                </a:solidFill>
                <a:latin typeface="Cambria"/>
                <a:cs typeface="Cambria"/>
              </a:rPr>
              <a:t>Là</a:t>
            </a:r>
            <a:r>
              <a:rPr dirty="0" sz="6700" spc="-44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6700">
                <a:solidFill>
                  <a:srgbClr val="1F1F1F"/>
                </a:solidFill>
                <a:latin typeface="Cambria"/>
                <a:cs typeface="Cambria"/>
              </a:rPr>
              <a:t>MÇt</a:t>
            </a:r>
            <a:r>
              <a:rPr dirty="0" sz="6700" spc="-14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6700">
                <a:solidFill>
                  <a:srgbClr val="212121"/>
                </a:solidFill>
                <a:latin typeface="Cambria"/>
                <a:cs typeface="Cambria"/>
              </a:rPr>
              <a:t>Úng</a:t>
            </a:r>
            <a:r>
              <a:rPr dirty="0" sz="6700" spc="-24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6700" spc="190">
                <a:solidFill>
                  <a:srgbClr val="1F1F1F"/>
                </a:solidFill>
                <a:latin typeface="Cambria"/>
                <a:cs typeface="Cambria"/>
              </a:rPr>
              <a:t>Dyng,</a:t>
            </a:r>
            <a:r>
              <a:rPr dirty="0" sz="6700" spc="-27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6700" spc="140">
                <a:solidFill>
                  <a:srgbClr val="232323"/>
                </a:solidFill>
                <a:latin typeface="Cambria"/>
                <a:cs typeface="Cambria"/>
              </a:rPr>
              <a:t>Mà </a:t>
            </a:r>
            <a:r>
              <a:rPr dirty="0" sz="6700" spc="200">
                <a:solidFill>
                  <a:srgbClr val="1C1C1C"/>
                </a:solidFill>
                <a:latin typeface="Cambria"/>
                <a:cs typeface="Cambria"/>
              </a:rPr>
              <a:t>Là</a:t>
            </a:r>
            <a:r>
              <a:rPr dirty="0" sz="6700" spc="-58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 spc="-25">
                <a:solidFill>
                  <a:srgbClr val="1C1C1C"/>
                </a:solidFill>
                <a:latin typeface="Cambria"/>
                <a:cs typeface="Cambria"/>
              </a:rPr>
              <a:t>Ngifói</a:t>
            </a:r>
            <a:r>
              <a:rPr dirty="0" sz="6700" spc="-27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>
                <a:solidFill>
                  <a:srgbClr val="1C1C1C"/>
                </a:solidFill>
                <a:latin typeface="Cambria"/>
                <a:cs typeface="Cambria"/>
              </a:rPr>
              <a:t>Bgn</a:t>
            </a:r>
            <a:r>
              <a:rPr dirty="0" sz="6700" spc="-49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 spc="140">
                <a:solidFill>
                  <a:srgbClr val="1C1C1C"/>
                </a:solidFill>
                <a:latin typeface="Cambria"/>
                <a:cs typeface="Cambria"/>
              </a:rPr>
              <a:t>Dàng</a:t>
            </a:r>
            <a:r>
              <a:rPr dirty="0" sz="6700" spc="-11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>
                <a:solidFill>
                  <a:srgbClr val="1C1C1C"/>
                </a:solidFill>
                <a:latin typeface="Cambria"/>
                <a:cs typeface="Cambria"/>
              </a:rPr>
              <a:t>Hành</a:t>
            </a:r>
            <a:r>
              <a:rPr dirty="0" sz="6700" spc="-13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>
                <a:solidFill>
                  <a:srgbClr val="1C1C1C"/>
                </a:solidFill>
                <a:latin typeface="Cambria"/>
                <a:cs typeface="Cambria"/>
              </a:rPr>
              <a:t>Thông</a:t>
            </a:r>
            <a:r>
              <a:rPr dirty="0" sz="6700" spc="-13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700" spc="80">
                <a:solidFill>
                  <a:srgbClr val="1C1C1C"/>
                </a:solidFill>
                <a:latin typeface="Cambria"/>
                <a:cs typeface="Cambria"/>
              </a:rPr>
              <a:t>Minh.</a:t>
            </a:r>
            <a:endParaRPr sz="67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algn="ctr" marR="5080" indent="-26034">
              <a:lnSpc>
                <a:spcPct val="89800"/>
              </a:lnSpc>
              <a:spcBef>
                <a:spcPts val="745"/>
              </a:spcBef>
            </a:pPr>
            <a:r>
              <a:rPr dirty="0" spc="-370"/>
              <a:t>Bang</a:t>
            </a:r>
            <a:r>
              <a:rPr dirty="0" spc="-60"/>
              <a:t> </a:t>
            </a:r>
            <a:r>
              <a:rPr dirty="0" spc="-254"/>
              <a:t>cách</a:t>
            </a:r>
            <a:r>
              <a:rPr dirty="0" spc="-290"/>
              <a:t> </a:t>
            </a:r>
            <a:r>
              <a:rPr dirty="0" spc="-175"/>
              <a:t>kgt</a:t>
            </a:r>
            <a:r>
              <a:rPr dirty="0" spc="-120"/>
              <a:t> </a:t>
            </a:r>
            <a:r>
              <a:rPr dirty="0" spc="-560"/>
              <a:t>hi¿p</a:t>
            </a:r>
            <a:r>
              <a:rPr dirty="0" spc="-100"/>
              <a:t> </a:t>
            </a:r>
            <a:r>
              <a:rPr dirty="0" spc="-235"/>
              <a:t>công</a:t>
            </a:r>
            <a:r>
              <a:rPr dirty="0" spc="-265"/>
              <a:t> ngh§</a:t>
            </a:r>
            <a:r>
              <a:rPr dirty="0" spc="-130"/>
              <a:t> </a:t>
            </a:r>
            <a:r>
              <a:rPr dirty="0" spc="-254"/>
              <a:t>AI</a:t>
            </a:r>
            <a:r>
              <a:rPr dirty="0" spc="-459"/>
              <a:t> </a:t>
            </a:r>
            <a:r>
              <a:rPr dirty="0" spc="-95"/>
              <a:t>tiên</a:t>
            </a:r>
            <a:r>
              <a:rPr dirty="0" spc="-395"/>
              <a:t> </a:t>
            </a:r>
            <a:r>
              <a:rPr dirty="0" spc="-90"/>
              <a:t>tign</a:t>
            </a:r>
            <a:r>
              <a:rPr dirty="0" spc="-270"/>
              <a:t> </a:t>
            </a:r>
            <a:r>
              <a:rPr dirty="0" spc="-145"/>
              <a:t>vói</a:t>
            </a:r>
            <a:r>
              <a:rPr dirty="0" spc="-390"/>
              <a:t> </a:t>
            </a:r>
            <a:r>
              <a:rPr dirty="0" spc="-10"/>
              <a:t>spthau </a:t>
            </a:r>
            <a:r>
              <a:rPr dirty="0" sz="5050" spc="-125"/>
              <a:t>hieu</a:t>
            </a:r>
            <a:r>
              <a:rPr dirty="0" sz="5050" spc="-229"/>
              <a:t> </a:t>
            </a:r>
            <a:r>
              <a:rPr dirty="0" sz="5050" spc="-254"/>
              <a:t>sâu</a:t>
            </a:r>
            <a:r>
              <a:rPr dirty="0" sz="5050" spc="-240"/>
              <a:t> </a:t>
            </a:r>
            <a:r>
              <a:rPr dirty="0" sz="5050" spc="-265"/>
              <a:t>sác</a:t>
            </a:r>
            <a:r>
              <a:rPr dirty="0" sz="5050" spc="-185"/>
              <a:t> </a:t>
            </a:r>
            <a:r>
              <a:rPr dirty="0" sz="5050" spc="-150"/>
              <a:t>nhu</a:t>
            </a:r>
            <a:r>
              <a:rPr dirty="0" sz="5050" spc="-305"/>
              <a:t> </a:t>
            </a:r>
            <a:r>
              <a:rPr dirty="0" sz="5050" spc="-200"/>
              <a:t>cãu</a:t>
            </a:r>
            <a:r>
              <a:rPr dirty="0" sz="5050" spc="-295"/>
              <a:t> </a:t>
            </a:r>
            <a:r>
              <a:rPr dirty="0" sz="5050" spc="-105"/>
              <a:t>th¿c</a:t>
            </a:r>
            <a:r>
              <a:rPr dirty="0" sz="5050" spc="-245"/>
              <a:t> </a:t>
            </a:r>
            <a:r>
              <a:rPr dirty="0" sz="5050" spc="-85"/>
              <a:t>tiên,</a:t>
            </a:r>
            <a:r>
              <a:rPr dirty="0" sz="5050" spc="-275"/>
              <a:t> </a:t>
            </a:r>
            <a:r>
              <a:rPr dirty="0" sz="5050" spc="-20"/>
              <a:t>Miqix</a:t>
            </a:r>
            <a:r>
              <a:rPr dirty="0" sz="5050" spc="-260"/>
              <a:t> </a:t>
            </a:r>
            <a:r>
              <a:rPr dirty="0" sz="5050" spc="-180"/>
              <a:t>góp</a:t>
            </a:r>
            <a:r>
              <a:rPr dirty="0" sz="5050" spc="-225"/>
              <a:t> </a:t>
            </a:r>
            <a:r>
              <a:rPr dirty="0" sz="5050" spc="-90"/>
              <a:t>phsn</a:t>
            </a:r>
            <a:r>
              <a:rPr dirty="0" sz="5050" spc="-190"/>
              <a:t> </a:t>
            </a:r>
            <a:r>
              <a:rPr dirty="0" sz="5050" spc="-290"/>
              <a:t>xây </a:t>
            </a:r>
            <a:r>
              <a:rPr dirty="0" spc="-215"/>
              <a:t>dpng</a:t>
            </a:r>
            <a:r>
              <a:rPr dirty="0" spc="-285"/>
              <a:t> </a:t>
            </a:r>
            <a:r>
              <a:rPr dirty="0" spc="-90"/>
              <a:t>m{it</a:t>
            </a:r>
            <a:r>
              <a:rPr dirty="0" spc="-220"/>
              <a:t> </a:t>
            </a:r>
            <a:r>
              <a:rPr dirty="0" spc="-160"/>
              <a:t>phcong</a:t>
            </a:r>
            <a:r>
              <a:rPr dirty="0" spc="-120"/>
              <a:t> </a:t>
            </a:r>
            <a:r>
              <a:rPr dirty="0" spc="-295"/>
              <a:t>pháp</a:t>
            </a:r>
            <a:r>
              <a:rPr dirty="0" spc="-175"/>
              <a:t> </a:t>
            </a:r>
            <a:r>
              <a:rPr dirty="0" spc="-440"/>
              <a:t>hçic</a:t>
            </a:r>
            <a:r>
              <a:rPr dirty="0" spc="-100"/>
              <a:t> </a:t>
            </a:r>
            <a:r>
              <a:rPr dirty="0" spc="-130"/>
              <a:t>t§p</a:t>
            </a:r>
            <a:r>
              <a:rPr dirty="0" spc="-335"/>
              <a:t> </a:t>
            </a:r>
            <a:r>
              <a:rPr dirty="0" spc="-204"/>
              <a:t>chú</a:t>
            </a:r>
            <a:r>
              <a:rPr dirty="0" spc="-330"/>
              <a:t> </a:t>
            </a:r>
            <a:r>
              <a:rPr dirty="0" spc="-760"/>
              <a:t>dú¿ng,</a:t>
            </a:r>
            <a:r>
              <a:rPr dirty="0" spc="-170"/>
              <a:t> </a:t>
            </a:r>
            <a:r>
              <a:rPr dirty="0" spc="-229"/>
              <a:t>hi§u</a:t>
            </a:r>
            <a:r>
              <a:rPr dirty="0" spc="-245"/>
              <a:t> </a:t>
            </a:r>
            <a:r>
              <a:rPr dirty="0" spc="-295"/>
              <a:t>quà</a:t>
            </a:r>
            <a:r>
              <a:rPr dirty="0" spc="-250"/>
              <a:t> </a:t>
            </a:r>
            <a:r>
              <a:rPr dirty="0" spc="-360"/>
              <a:t>và </a:t>
            </a:r>
            <a:r>
              <a:rPr dirty="0" spc="-680"/>
              <a:t>b”ên</a:t>
            </a:r>
            <a:r>
              <a:rPr dirty="0" spc="-85"/>
              <a:t> </a:t>
            </a:r>
            <a:r>
              <a:rPr dirty="0" spc="-235"/>
              <a:t>vúng</a:t>
            </a:r>
            <a:r>
              <a:rPr dirty="0" spc="-175"/>
              <a:t> </a:t>
            </a:r>
            <a:r>
              <a:rPr dirty="0" spc="-254"/>
              <a:t>cho</a:t>
            </a:r>
            <a:r>
              <a:rPr dirty="0" spc="-275"/>
              <a:t> </a:t>
            </a:r>
            <a:r>
              <a:rPr dirty="0"/>
              <a:t>thg</a:t>
            </a:r>
            <a:r>
              <a:rPr dirty="0" spc="-980"/>
              <a:t> </a:t>
            </a:r>
            <a:r>
              <a:rPr dirty="0" spc="-240"/>
              <a:t>h§</a:t>
            </a:r>
            <a:r>
              <a:rPr dirty="0" spc="-475"/>
              <a:t> </a:t>
            </a:r>
            <a:r>
              <a:rPr dirty="0" spc="-70"/>
              <a:t>hi/c</a:t>
            </a:r>
            <a:r>
              <a:rPr dirty="0" spc="-100"/>
              <a:t> </a:t>
            </a:r>
            <a:r>
              <a:rPr dirty="0" spc="-225"/>
              <a:t>sinh</a:t>
            </a:r>
            <a:r>
              <a:rPr dirty="0" spc="-370"/>
              <a:t> </a:t>
            </a:r>
            <a:r>
              <a:rPr dirty="0" spc="-345"/>
              <a:t>tcrong</a:t>
            </a:r>
            <a:r>
              <a:rPr dirty="0" spc="-135"/>
              <a:t> </a:t>
            </a:r>
            <a:r>
              <a:rPr dirty="0" spc="-130"/>
              <a:t>lai</a:t>
            </a:r>
            <a:r>
              <a:rPr dirty="0" spc="-360"/>
              <a:t> </a:t>
            </a:r>
            <a:r>
              <a:rPr dirty="0" spc="-254"/>
              <a:t>cúa</a:t>
            </a:r>
            <a:r>
              <a:rPr dirty="0" spc="-204"/>
              <a:t> </a:t>
            </a:r>
            <a:r>
              <a:rPr dirty="0" spc="-215"/>
              <a:t>Vi§t</a:t>
            </a:r>
            <a:r>
              <a:rPr dirty="0" spc="-85"/>
              <a:t> </a:t>
            </a:r>
            <a:r>
              <a:rPr dirty="0" spc="-370"/>
              <a:t>Nam.</a:t>
            </a:r>
            <a:endParaRPr sz="5050"/>
          </a:p>
        </p:txBody>
      </p:sp>
      <p:sp>
        <p:nvSpPr>
          <p:cNvPr id="8" name="object 8" descr=""/>
          <p:cNvSpPr txBox="1"/>
          <p:nvPr/>
        </p:nvSpPr>
        <p:spPr>
          <a:xfrm>
            <a:off x="1645779" y="7673975"/>
            <a:ext cx="527621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70">
                <a:latin typeface="Arial MT"/>
                <a:cs typeface="Arial MT"/>
              </a:rPr>
              <a:t>De</a:t>
            </a:r>
            <a:r>
              <a:rPr dirty="0" sz="3100" spc="-15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tài:</a:t>
            </a:r>
            <a:r>
              <a:rPr dirty="0" sz="3100" spc="-290">
                <a:latin typeface="Arial MT"/>
                <a:cs typeface="Arial MT"/>
              </a:rPr>
              <a:t> </a:t>
            </a:r>
            <a:r>
              <a:rPr dirty="0" sz="3100" spc="-190">
                <a:latin typeface="Arial MT"/>
                <a:cs typeface="Arial MT"/>
              </a:rPr>
              <a:t>Nghiên</a:t>
            </a:r>
            <a:r>
              <a:rPr dirty="0" sz="3100" spc="-60">
                <a:latin typeface="Arial MT"/>
                <a:cs typeface="Arial MT"/>
              </a:rPr>
              <a:t> </a:t>
            </a:r>
            <a:r>
              <a:rPr dirty="0" sz="3100" spc="-50">
                <a:latin typeface="Arial MT"/>
                <a:cs typeface="Arial MT"/>
              </a:rPr>
              <a:t>cúu</a:t>
            </a:r>
            <a:r>
              <a:rPr dirty="0" sz="3100" spc="-35">
                <a:latin typeface="Arial MT"/>
                <a:cs typeface="Arial MT"/>
              </a:rPr>
              <a:t> </a:t>
            </a:r>
            <a:r>
              <a:rPr dirty="0" sz="3100" spc="-275">
                <a:latin typeface="Arial MT"/>
                <a:cs typeface="Arial MT"/>
              </a:rPr>
              <a:t>xây</a:t>
            </a:r>
            <a:r>
              <a:rPr dirty="0" sz="3100" spc="15">
                <a:latin typeface="Arial MT"/>
                <a:cs typeface="Arial MT"/>
              </a:rPr>
              <a:t> </a:t>
            </a:r>
            <a:r>
              <a:rPr dirty="0" sz="3100" spc="-300">
                <a:latin typeface="Arial MT"/>
                <a:cs typeface="Arial MT"/>
              </a:rPr>
              <a:t>dçrng</a:t>
            </a:r>
            <a:r>
              <a:rPr dirty="0" sz="3100" spc="-85">
                <a:latin typeface="Arial MT"/>
                <a:cs typeface="Arial MT"/>
              </a:rPr>
              <a:t> </a:t>
            </a:r>
            <a:r>
              <a:rPr dirty="0" sz="3100" spc="-25">
                <a:latin typeface="Arial MT"/>
                <a:cs typeface="Arial MT"/>
              </a:rPr>
              <a:t>úng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16575" y="7673975"/>
            <a:ext cx="196659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1000" algn="l"/>
                <a:tab pos="1727835" algn="l"/>
              </a:tabLst>
            </a:pPr>
            <a:r>
              <a:rPr dirty="0" sz="3100" spc="-810">
                <a:latin typeface="Arial MT"/>
                <a:cs typeface="Arial MT"/>
              </a:rPr>
              <a:t>h</a:t>
            </a:r>
            <a:r>
              <a:rPr dirty="0" sz="3100">
                <a:latin typeface="Arial MT"/>
                <a:cs typeface="Arial MT"/>
              </a:rPr>
              <a:t>	</a:t>
            </a:r>
            <a:r>
              <a:rPr dirty="0" sz="3100" spc="-220">
                <a:latin typeface="Arial MT"/>
                <a:cs typeface="Arial MT"/>
              </a:rPr>
              <a:t>web</a:t>
            </a:r>
            <a:r>
              <a:rPr dirty="0" sz="3100" spc="-70">
                <a:latin typeface="Arial MT"/>
                <a:cs typeface="Arial MT"/>
              </a:rPr>
              <a:t> </a:t>
            </a:r>
            <a:r>
              <a:rPr dirty="0" sz="3100" spc="-515">
                <a:latin typeface="Arial MT"/>
                <a:cs typeface="Arial MT"/>
              </a:rPr>
              <a:t>Mh</a:t>
            </a:r>
            <a:r>
              <a:rPr dirty="0" sz="3100">
                <a:latin typeface="Arial MT"/>
                <a:cs typeface="Arial MT"/>
              </a:rPr>
              <a:t>	</a:t>
            </a:r>
            <a:r>
              <a:rPr dirty="0" sz="3100" spc="-360">
                <a:latin typeface="Arial MT"/>
                <a:cs typeface="Arial MT"/>
              </a:rPr>
              <a:t>in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273536" y="7673975"/>
            <a:ext cx="550354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18465" algn="l"/>
              </a:tabLst>
            </a:pPr>
            <a:r>
              <a:rPr dirty="0" sz="3100" spc="-50">
                <a:latin typeface="Arial MT"/>
                <a:cs typeface="Arial MT"/>
              </a:rPr>
              <a:t>h</a:t>
            </a:r>
            <a:r>
              <a:rPr dirty="0" sz="3100">
                <a:latin typeface="Arial MT"/>
                <a:cs typeface="Arial MT"/>
              </a:rPr>
              <a:t>	</a:t>
            </a:r>
            <a:r>
              <a:rPr dirty="0" sz="3100" spc="-180">
                <a:latin typeface="Arial MT"/>
                <a:cs typeface="Arial MT"/>
              </a:rPr>
              <a:t>p</a:t>
            </a:r>
            <a:r>
              <a:rPr dirty="0" sz="3100" spc="-254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try</a:t>
            </a:r>
            <a:r>
              <a:rPr dirty="0" sz="3100" spc="-185">
                <a:latin typeface="Arial MT"/>
                <a:cs typeface="Arial MT"/>
              </a:rPr>
              <a:t> </a:t>
            </a:r>
            <a:r>
              <a:rPr dirty="0" sz="3100" spc="-200">
                <a:latin typeface="Arial MT"/>
                <a:cs typeface="Arial MT"/>
              </a:rPr>
              <a:t>Iy</a:t>
            </a:r>
            <a:r>
              <a:rPr dirty="0" sz="3100" spc="30">
                <a:latin typeface="Arial MT"/>
                <a:cs typeface="Arial MT"/>
              </a:rPr>
              <a:t> </a:t>
            </a:r>
            <a:r>
              <a:rPr dirty="0" sz="3100" spc="-235">
                <a:latin typeface="Arial MT"/>
                <a:cs typeface="Arial MT"/>
              </a:rPr>
              <a:t>áo</a:t>
            </a:r>
            <a:r>
              <a:rPr dirty="0" sz="3100" spc="-150">
                <a:latin typeface="Arial MT"/>
                <a:cs typeface="Arial MT"/>
              </a:rPr>
              <a:t> </a:t>
            </a:r>
            <a:r>
              <a:rPr dirty="0" sz="3100" spc="-130">
                <a:latin typeface="Arial MT"/>
                <a:cs typeface="Arial MT"/>
              </a:rPr>
              <a:t>ho</a:t>
            </a:r>
            <a:r>
              <a:rPr dirty="0" sz="3100" spc="-225">
                <a:latin typeface="Arial MT"/>
                <a:cs typeface="Arial MT"/>
              </a:rPr>
              <a:t> </a:t>
            </a:r>
            <a:r>
              <a:rPr dirty="0" sz="3100" spc="-655">
                <a:latin typeface="Arial MT"/>
                <a:cs typeface="Arial MT"/>
              </a:rPr>
              <a:t>trem</a:t>
            </a:r>
            <a:r>
              <a:rPr dirty="0" sz="3100" spc="-220">
                <a:latin typeface="Arial MT"/>
                <a:cs typeface="Arial MT"/>
              </a:rPr>
              <a:t> </a:t>
            </a:r>
            <a:r>
              <a:rPr dirty="0" sz="3100" spc="-200">
                <a:latin typeface="Arial MT"/>
                <a:cs typeface="Arial MT"/>
              </a:rPr>
              <a:t>quán</a:t>
            </a:r>
            <a:r>
              <a:rPr dirty="0" sz="3100" spc="-100">
                <a:latin typeface="Arial MT"/>
                <a:cs typeface="Arial MT"/>
              </a:rPr>
              <a:t> </a:t>
            </a:r>
            <a:r>
              <a:rPr dirty="0" sz="3100" spc="-215">
                <a:latin typeface="Arial MT"/>
                <a:cs typeface="Arial MT"/>
              </a:rPr>
              <a:t>Iy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125">
                <a:latin typeface="Arial MT"/>
                <a:cs typeface="Arial MT"/>
              </a:rPr>
              <a:t>Ióp</a:t>
            </a:r>
            <a:r>
              <a:rPr dirty="0" sz="3100" spc="-145">
                <a:latin typeface="Arial MT"/>
                <a:cs typeface="Arial MT"/>
              </a:rPr>
              <a:t> </a:t>
            </a:r>
            <a:r>
              <a:rPr dirty="0" sz="3100" spc="-60">
                <a:latin typeface="Arial MT"/>
                <a:cs typeface="Arial MT"/>
              </a:rPr>
              <a:t>hoc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 MT"/>
                <a:cs typeface="Arial MT"/>
              </a:rPr>
              <a:t>G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 spc="-9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2025-12-21T14:38:28Z</dcterms:created>
  <dcterms:modified xsi:type="dcterms:W3CDTF">2025-12-21T14:38:28Z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LastSaved">
    <vt:filetime>2025-12-21T00:00:00Z</vt:filetime>
  </property>
</Properties>
</file>